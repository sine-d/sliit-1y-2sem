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4229" r:id="rId1"/>
  </p:sldMasterIdLst>
  <p:notesMasterIdLst>
    <p:notesMasterId r:id="rId19"/>
  </p:notesMasterIdLst>
  <p:sldIdLst>
    <p:sldId id="256" r:id="rId2"/>
    <p:sldId id="258" r:id="rId3"/>
    <p:sldId id="259" r:id="rId4"/>
    <p:sldId id="277" r:id="rId5"/>
    <p:sldId id="261" r:id="rId6"/>
    <p:sldId id="262" r:id="rId7"/>
    <p:sldId id="264" r:id="rId8"/>
    <p:sldId id="265" r:id="rId9"/>
    <p:sldId id="267" r:id="rId10"/>
    <p:sldId id="268" r:id="rId11"/>
    <p:sldId id="269" r:id="rId12"/>
    <p:sldId id="270" r:id="rId13"/>
    <p:sldId id="271" r:id="rId14"/>
    <p:sldId id="273" r:id="rId15"/>
    <p:sldId id="274" r:id="rId16"/>
    <p:sldId id="275" r:id="rId17"/>
    <p:sldId id="266" r:id="rId18"/>
  </p:sldIdLst>
  <p:sldSz cx="18288000" cy="10287000"/>
  <p:notesSz cx="6858000" cy="9144000"/>
  <p:embeddedFontLst>
    <p:embeddedFont>
      <p:font typeface="Arial Bold" panose="020B0704020202020204" pitchFamily="34" charset="0"/>
      <p:bold r:id="rId20"/>
    </p:embeddedFont>
    <p:embeddedFont>
      <p:font typeface="Arimo Bold" panose="020B0604020202020204" charset="0"/>
      <p:regular r:id="rId21"/>
    </p:embeddedFont>
    <p:embeddedFont>
      <p:font typeface="Oswald" panose="00000500000000000000" pitchFamily="2" charset="0"/>
      <p:regular r:id="rId22"/>
    </p:embeddedFont>
    <p:embeddedFont>
      <p:font typeface="Oswald Bold" panose="00000800000000000000" charset="0"/>
      <p:regular r:id="rId23"/>
    </p:embeddedFont>
    <p:embeddedFont>
      <p:font typeface="Source Sans Pro" panose="020B0503030403020204" pitchFamily="34" charset="0"/>
      <p:regular r:id="rId24"/>
      <p:bold r:id="rId25"/>
    </p:embeddedFont>
    <p:embeddedFont>
      <p:font typeface="Source Sans Pro Bold" panose="020B0703030403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4B04A06-1CA1-4614-92AD-60B2289DD433}">
          <p14:sldIdLst>
            <p14:sldId id="256"/>
            <p14:sldId id="258"/>
            <p14:sldId id="259"/>
            <p14:sldId id="277"/>
            <p14:sldId id="261"/>
            <p14:sldId id="262"/>
            <p14:sldId id="264"/>
            <p14:sldId id="265"/>
            <p14:sldId id="267"/>
            <p14:sldId id="268"/>
            <p14:sldId id="269"/>
            <p14:sldId id="270"/>
            <p14:sldId id="271"/>
          </p14:sldIdLst>
        </p14:section>
        <p14:section name="damika" id="{ACCEE7C7-0B1B-4BF5-9890-DB486509AC32}">
          <p14:sldIdLst>
            <p14:sldId id="273"/>
            <p14:sldId id="274"/>
            <p14:sldId id="275"/>
            <p14:sldId id="266"/>
          </p14:sldIdLst>
        </p14:section>
      </p14:sectionLst>
    </p:ext>
    <p:ext uri="{EFAFB233-063F-42B5-8137-9DF3F51BA10A}">
      <p15:sldGuideLst xmlns:p15="http://schemas.microsoft.com/office/powerpoint/2012/main">
        <p15:guide id="1" orient="horz" pos="1368" userDrawn="1">
          <p15:clr>
            <a:srgbClr val="A4A3A4"/>
          </p15:clr>
        </p15:guide>
        <p15:guide id="2" pos="12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H.S. Dinsara" initials="KD" lastIdx="1" clrIdx="0">
    <p:extLst>
      <p:ext uri="{19B8F6BF-5375-455C-9EA6-DF929625EA0E}">
        <p15:presenceInfo xmlns:p15="http://schemas.microsoft.com/office/powerpoint/2012/main" userId="908584e38cbc242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E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22" autoAdjust="0"/>
  </p:normalViewPr>
  <p:slideViewPr>
    <p:cSldViewPr>
      <p:cViewPr varScale="1">
        <p:scale>
          <a:sx n="54" d="100"/>
          <a:sy n="54" d="100"/>
        </p:scale>
        <p:origin x="821" y="67"/>
      </p:cViewPr>
      <p:guideLst>
        <p:guide orient="horz" pos="1368"/>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10.10.2024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2624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60287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4944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76589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73837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29181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91620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06249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84214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9367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25103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02889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07292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05901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5008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22038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DEAF-8923-56B8-A744-CD0C2FA68B0C}"/>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9A0338B2-6B84-796E-3685-56B9EBDFC768}"/>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CCDE3245-066F-7578-7FFB-C56274139CBB}"/>
              </a:ext>
            </a:extLst>
          </p:cNvPr>
          <p:cNvSpPr>
            <a:spLocks noGrp="1"/>
          </p:cNvSpPr>
          <p:nvPr>
            <p:ph type="dt" sz="half" idx="10"/>
          </p:nvPr>
        </p:nvSpPr>
        <p:spPr/>
        <p:txBody>
          <a:bodyPr/>
          <a:lstStyle/>
          <a:p>
            <a:fld id="{A9DEA36C-276E-4CC0-A5E9-2CC00697053F}" type="datetime1">
              <a:rPr lang="en-US" smtClean="0"/>
              <a:t>10/10/2024</a:t>
            </a:fld>
            <a:endParaRPr lang="en-US"/>
          </a:p>
        </p:txBody>
      </p:sp>
      <p:sp>
        <p:nvSpPr>
          <p:cNvPr id="5" name="Footer Placeholder 4">
            <a:extLst>
              <a:ext uri="{FF2B5EF4-FFF2-40B4-BE49-F238E27FC236}">
                <a16:creationId xmlns:a16="http://schemas.microsoft.com/office/drawing/2014/main" id="{D19B4411-3DF6-6F82-4C6C-9DD93DE8A1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7B76A-41C2-D48E-72F2-843122D08032}"/>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979049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BFE1-0BBA-4304-0B79-9282B1A756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AE8CE4-A1D0-0D8E-7005-059B33AFE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20B72-E12C-B7F7-4452-7B602DB1119F}"/>
              </a:ext>
            </a:extLst>
          </p:cNvPr>
          <p:cNvSpPr>
            <a:spLocks noGrp="1"/>
          </p:cNvSpPr>
          <p:nvPr>
            <p:ph type="dt" sz="half" idx="10"/>
          </p:nvPr>
        </p:nvSpPr>
        <p:spPr/>
        <p:txBody>
          <a:bodyPr/>
          <a:lstStyle/>
          <a:p>
            <a:fld id="{4003B68F-E575-468C-BEF2-731D030D068D}" type="datetime1">
              <a:rPr lang="en-US" smtClean="0"/>
              <a:t>10/10/2024</a:t>
            </a:fld>
            <a:endParaRPr lang="en-US"/>
          </a:p>
        </p:txBody>
      </p:sp>
      <p:sp>
        <p:nvSpPr>
          <p:cNvPr id="5" name="Footer Placeholder 4">
            <a:extLst>
              <a:ext uri="{FF2B5EF4-FFF2-40B4-BE49-F238E27FC236}">
                <a16:creationId xmlns:a16="http://schemas.microsoft.com/office/drawing/2014/main" id="{D85E8D7B-F1E1-9000-49F3-626AE7C64A0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A7B729-2570-86E8-7564-A6AAB886D385}"/>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459297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1B80-D2D1-A221-C6D8-993BA7D1D879}"/>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A511C2A8-F8E3-DA72-5093-5DA699122160}"/>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B298B1-2748-1D12-74CC-0806B391D273}"/>
              </a:ext>
            </a:extLst>
          </p:cNvPr>
          <p:cNvSpPr>
            <a:spLocks noGrp="1"/>
          </p:cNvSpPr>
          <p:nvPr>
            <p:ph type="dt" sz="half" idx="10"/>
          </p:nvPr>
        </p:nvSpPr>
        <p:spPr/>
        <p:txBody>
          <a:bodyPr/>
          <a:lstStyle/>
          <a:p>
            <a:fld id="{CC66B9E9-6C06-413F-AC63-6F9A1A4AE1CD}" type="datetime1">
              <a:rPr lang="en-US" smtClean="0"/>
              <a:t>10/10/2024</a:t>
            </a:fld>
            <a:endParaRPr lang="en-US"/>
          </a:p>
        </p:txBody>
      </p:sp>
      <p:sp>
        <p:nvSpPr>
          <p:cNvPr id="5" name="Footer Placeholder 4">
            <a:extLst>
              <a:ext uri="{FF2B5EF4-FFF2-40B4-BE49-F238E27FC236}">
                <a16:creationId xmlns:a16="http://schemas.microsoft.com/office/drawing/2014/main" id="{96DF21B3-ECFF-CCA7-1811-8D05A3C406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183C5F5-F22D-1C4F-F1C1-4BC1A0669C4D}"/>
              </a:ext>
            </a:extLst>
          </p:cNvPr>
          <p:cNvSpPr>
            <a:spLocks noGrp="1"/>
          </p:cNvSpPr>
          <p:nvPr>
            <p:ph type="sldNum" sz="quarter" idx="12"/>
          </p:nvPr>
        </p:nvSpPr>
        <p:spPr>
          <a:xfrm>
            <a:off x="14173200" y="0"/>
            <a:ext cx="4114800" cy="547688"/>
          </a:xfrm>
        </p:spPr>
        <p:txBody>
          <a:bodyPr/>
          <a:lstStyle>
            <a:lvl1pPr>
              <a:defRPr sz="2400" b="1"/>
            </a:lvl1pPr>
          </a:lstStyle>
          <a:p>
            <a:fld id="{423330D0-7765-4A3C-A4FF-DA7B71076211}" type="slidenum">
              <a:rPr lang="en-US" smtClean="0"/>
              <a:pPr/>
              <a:t>‹#›</a:t>
            </a:fld>
            <a:endParaRPr lang="en-US" dirty="0"/>
          </a:p>
        </p:txBody>
      </p:sp>
    </p:spTree>
    <p:extLst>
      <p:ext uri="{BB962C8B-B14F-4D97-AF65-F5344CB8AC3E}">
        <p14:creationId xmlns:p14="http://schemas.microsoft.com/office/powerpoint/2010/main" val="2506472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3A594-DAF8-4B8C-97E9-676738A4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EA055F-B424-4D8C-6B22-C8AFF43588C7}"/>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040CCE-DB0E-6472-1E8E-4D9F69A27622}"/>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81A6D2-3F39-0E24-4763-BDB8E6A63119}"/>
              </a:ext>
            </a:extLst>
          </p:cNvPr>
          <p:cNvSpPr>
            <a:spLocks noGrp="1"/>
          </p:cNvSpPr>
          <p:nvPr>
            <p:ph type="dt" sz="half" idx="10"/>
          </p:nvPr>
        </p:nvSpPr>
        <p:spPr/>
        <p:txBody>
          <a:bodyPr/>
          <a:lstStyle/>
          <a:p>
            <a:fld id="{C9A2A904-94BF-4B24-8BA7-3A18C7EE5AA4}" type="datetime1">
              <a:rPr lang="en-US" smtClean="0"/>
              <a:t>10/10/2024</a:t>
            </a:fld>
            <a:endParaRPr lang="en-US"/>
          </a:p>
        </p:txBody>
      </p:sp>
      <p:sp>
        <p:nvSpPr>
          <p:cNvPr id="6" name="Footer Placeholder 5">
            <a:extLst>
              <a:ext uri="{FF2B5EF4-FFF2-40B4-BE49-F238E27FC236}">
                <a16:creationId xmlns:a16="http://schemas.microsoft.com/office/drawing/2014/main" id="{C34092A7-FD74-3C32-119D-41E21DA8495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DD34A6-E3C1-3A1D-63D0-2BC8A62D7FC6}"/>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1307547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8E42-DA82-E95D-5B86-4C88D23FAC74}"/>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CF5240-E1A3-92A0-27D8-DAA0F9F77A5F}"/>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8E86938E-E0ED-F232-4AF5-D6B921A1B745}"/>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C3B85C-4252-04CB-6C77-B7495DAE9DF5}"/>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AF9D3EB9-D877-50E2-33CD-8188D1448E04}"/>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E6A789-9D87-0F68-221F-5CF783D41AB7}"/>
              </a:ext>
            </a:extLst>
          </p:cNvPr>
          <p:cNvSpPr>
            <a:spLocks noGrp="1"/>
          </p:cNvSpPr>
          <p:nvPr>
            <p:ph type="dt" sz="half" idx="10"/>
          </p:nvPr>
        </p:nvSpPr>
        <p:spPr/>
        <p:txBody>
          <a:bodyPr/>
          <a:lstStyle/>
          <a:p>
            <a:fld id="{F81C3CD1-619A-4597-9A1E-120756B6BC59}" type="datetime1">
              <a:rPr lang="en-US" smtClean="0"/>
              <a:t>10/10/2024</a:t>
            </a:fld>
            <a:endParaRPr lang="en-US"/>
          </a:p>
        </p:txBody>
      </p:sp>
      <p:sp>
        <p:nvSpPr>
          <p:cNvPr id="8" name="Footer Placeholder 7">
            <a:extLst>
              <a:ext uri="{FF2B5EF4-FFF2-40B4-BE49-F238E27FC236}">
                <a16:creationId xmlns:a16="http://schemas.microsoft.com/office/drawing/2014/main" id="{A750E0EA-E72F-19F6-E0E0-55523BF23F9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3367ADD-12F7-ED2C-0857-DBB3CC3C6C62}"/>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2175193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DCC9C-66BB-1987-356F-ADC81E5FE6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7C8D24-82BB-95C3-70F7-64FABFD065D3}"/>
              </a:ext>
            </a:extLst>
          </p:cNvPr>
          <p:cNvSpPr>
            <a:spLocks noGrp="1"/>
          </p:cNvSpPr>
          <p:nvPr>
            <p:ph type="dt" sz="half" idx="10"/>
          </p:nvPr>
        </p:nvSpPr>
        <p:spPr/>
        <p:txBody>
          <a:bodyPr/>
          <a:lstStyle/>
          <a:p>
            <a:fld id="{2E0DA4B7-4C70-467F-B37B-DDBDB3792133}" type="datetime1">
              <a:rPr lang="en-US" smtClean="0"/>
              <a:t>10/10/2024</a:t>
            </a:fld>
            <a:endParaRPr lang="en-US"/>
          </a:p>
        </p:txBody>
      </p:sp>
      <p:sp>
        <p:nvSpPr>
          <p:cNvPr id="4" name="Footer Placeholder 3">
            <a:extLst>
              <a:ext uri="{FF2B5EF4-FFF2-40B4-BE49-F238E27FC236}">
                <a16:creationId xmlns:a16="http://schemas.microsoft.com/office/drawing/2014/main" id="{0FC21354-6849-C561-C93E-DDC51B59B1A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7B241B4-90A0-E1CD-7298-884630707366}"/>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424690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DEB3DC-9A7C-FA66-0985-33AC060602A3}"/>
              </a:ext>
            </a:extLst>
          </p:cNvPr>
          <p:cNvSpPr>
            <a:spLocks noGrp="1"/>
          </p:cNvSpPr>
          <p:nvPr>
            <p:ph type="dt" sz="half" idx="10"/>
          </p:nvPr>
        </p:nvSpPr>
        <p:spPr/>
        <p:txBody>
          <a:bodyPr/>
          <a:lstStyle/>
          <a:p>
            <a:fld id="{6F42FD39-ED16-4DD9-952E-F22D99E830C2}" type="datetime1">
              <a:rPr lang="en-US" smtClean="0"/>
              <a:t>10/10/2024</a:t>
            </a:fld>
            <a:endParaRPr lang="en-US"/>
          </a:p>
        </p:txBody>
      </p:sp>
      <p:sp>
        <p:nvSpPr>
          <p:cNvPr id="3" name="Footer Placeholder 2">
            <a:extLst>
              <a:ext uri="{FF2B5EF4-FFF2-40B4-BE49-F238E27FC236}">
                <a16:creationId xmlns:a16="http://schemas.microsoft.com/office/drawing/2014/main" id="{347BA200-4E9F-65EB-66FB-DC12FEBCD2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A01B35-A2AB-2A2A-33A9-521AC447FE1C}"/>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1293255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42D55-C6F7-80FF-9647-98899ADFAC14}"/>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87C6988D-BD19-F252-F810-B3E614DF8F8B}"/>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B6157F-A3A0-3D4C-28D7-D238478BEE59}"/>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EE31075F-805A-3099-8BEB-220A0869F75C}"/>
              </a:ext>
            </a:extLst>
          </p:cNvPr>
          <p:cNvSpPr>
            <a:spLocks noGrp="1"/>
          </p:cNvSpPr>
          <p:nvPr>
            <p:ph type="dt" sz="half" idx="10"/>
          </p:nvPr>
        </p:nvSpPr>
        <p:spPr/>
        <p:txBody>
          <a:bodyPr/>
          <a:lstStyle/>
          <a:p>
            <a:fld id="{04326E5E-B6BA-4AC7-9BFC-68C1A2DAED33}" type="datetime1">
              <a:rPr lang="en-US" smtClean="0"/>
              <a:t>10/10/2024</a:t>
            </a:fld>
            <a:endParaRPr lang="en-US"/>
          </a:p>
        </p:txBody>
      </p:sp>
      <p:sp>
        <p:nvSpPr>
          <p:cNvPr id="6" name="Footer Placeholder 5">
            <a:extLst>
              <a:ext uri="{FF2B5EF4-FFF2-40B4-BE49-F238E27FC236}">
                <a16:creationId xmlns:a16="http://schemas.microsoft.com/office/drawing/2014/main" id="{B1C9ED89-CDDC-A6E8-344C-8B327CD6FB1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A6B4C8A-AB4A-E940-F836-924C21CE80B2}"/>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1806395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C69D6-6AE7-DE76-30C0-2410D6AA782A}"/>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4DEAAEDA-5BF8-B753-E5C3-93E45151995B}"/>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A342A22A-B808-AA5A-1B29-0C73F351F732}"/>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DE6DD7E4-E5A4-17B5-79E6-74AC9B318075}"/>
              </a:ext>
            </a:extLst>
          </p:cNvPr>
          <p:cNvSpPr>
            <a:spLocks noGrp="1"/>
          </p:cNvSpPr>
          <p:nvPr>
            <p:ph type="dt" sz="half" idx="10"/>
          </p:nvPr>
        </p:nvSpPr>
        <p:spPr/>
        <p:txBody>
          <a:bodyPr/>
          <a:lstStyle/>
          <a:p>
            <a:fld id="{404AFD51-2140-4A8A-9204-FF4AC65A40DA}" type="datetime1">
              <a:rPr lang="en-US" smtClean="0"/>
              <a:t>10/10/2024</a:t>
            </a:fld>
            <a:endParaRPr lang="en-US"/>
          </a:p>
        </p:txBody>
      </p:sp>
      <p:sp>
        <p:nvSpPr>
          <p:cNvPr id="6" name="Footer Placeholder 5">
            <a:extLst>
              <a:ext uri="{FF2B5EF4-FFF2-40B4-BE49-F238E27FC236}">
                <a16:creationId xmlns:a16="http://schemas.microsoft.com/office/drawing/2014/main" id="{D3998EBF-5B3D-5F58-E7E5-1B743B5F27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CC5F91-293C-3062-147C-187ABD659350}"/>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100567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D830-994D-3C5E-A8ED-3C54E36FC3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9E23C9-936E-F90F-B2FD-204050C12D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A70929-04CB-C254-969E-1ABFAA228F5A}"/>
              </a:ext>
            </a:extLst>
          </p:cNvPr>
          <p:cNvSpPr>
            <a:spLocks noGrp="1"/>
          </p:cNvSpPr>
          <p:nvPr>
            <p:ph type="dt" sz="half" idx="10"/>
          </p:nvPr>
        </p:nvSpPr>
        <p:spPr/>
        <p:txBody>
          <a:bodyPr/>
          <a:lstStyle/>
          <a:p>
            <a:fld id="{5245EEDF-3EF1-4F6F-A2B3-835FCD47FAFA}" type="datetime1">
              <a:rPr lang="en-US" smtClean="0"/>
              <a:t>10/10/2024</a:t>
            </a:fld>
            <a:endParaRPr lang="en-US"/>
          </a:p>
        </p:txBody>
      </p:sp>
      <p:sp>
        <p:nvSpPr>
          <p:cNvPr id="5" name="Footer Placeholder 4">
            <a:extLst>
              <a:ext uri="{FF2B5EF4-FFF2-40B4-BE49-F238E27FC236}">
                <a16:creationId xmlns:a16="http://schemas.microsoft.com/office/drawing/2014/main" id="{EADBFCB0-B6EC-C7A3-8831-9E09181F48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D2B22E8-7BE8-4893-CC07-01CA9ED74C23}"/>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3017442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9B1DBE-DC98-2AE8-8A3A-8F0C764000BC}"/>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74E2D0-184B-5BA8-3D1B-594ECC88D5F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BA5E7-B916-0ACE-3778-21DC43F3022F}"/>
              </a:ext>
            </a:extLst>
          </p:cNvPr>
          <p:cNvSpPr>
            <a:spLocks noGrp="1"/>
          </p:cNvSpPr>
          <p:nvPr>
            <p:ph type="dt" sz="half" idx="10"/>
          </p:nvPr>
        </p:nvSpPr>
        <p:spPr/>
        <p:txBody>
          <a:bodyPr/>
          <a:lstStyle/>
          <a:p>
            <a:fld id="{43850698-F8BC-41D9-BA24-BA35A7167D5F}" type="datetime1">
              <a:rPr lang="en-US" smtClean="0"/>
              <a:t>10/10/2024</a:t>
            </a:fld>
            <a:endParaRPr lang="en-US"/>
          </a:p>
        </p:txBody>
      </p:sp>
      <p:sp>
        <p:nvSpPr>
          <p:cNvPr id="5" name="Footer Placeholder 4">
            <a:extLst>
              <a:ext uri="{FF2B5EF4-FFF2-40B4-BE49-F238E27FC236}">
                <a16:creationId xmlns:a16="http://schemas.microsoft.com/office/drawing/2014/main" id="{F1862366-98BA-8560-E8D0-098961C2A0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1AF24D-1071-0D25-5041-E5153A80DF5B}"/>
              </a:ext>
            </a:extLst>
          </p:cNvPr>
          <p:cNvSpPr>
            <a:spLocks noGrp="1"/>
          </p:cNvSpPr>
          <p:nvPr>
            <p:ph type="sldNum" sz="quarter" idx="12"/>
          </p:nvPr>
        </p:nvSpPr>
        <p:spPr/>
        <p:txBody>
          <a:bodyPr/>
          <a:lstStyle/>
          <a:p>
            <a:fld id="{423330D0-7765-4A3C-A4FF-DA7B71076211}" type="slidenum">
              <a:rPr lang="en-US" smtClean="0"/>
              <a:t>‹#›</a:t>
            </a:fld>
            <a:endParaRPr lang="en-US"/>
          </a:p>
        </p:txBody>
      </p:sp>
    </p:spTree>
    <p:extLst>
      <p:ext uri="{BB962C8B-B14F-4D97-AF65-F5344CB8AC3E}">
        <p14:creationId xmlns:p14="http://schemas.microsoft.com/office/powerpoint/2010/main" val="1554289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F46B4-D984-1E6D-32B1-D300FF3D184A}"/>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C94841-4C3B-7B5B-E1C2-E3D0E4E5AF6F}"/>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DD8890-F983-B123-E8E5-E409263DCA1E}"/>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6D8F9545-282E-4386-B632-8D053BB26DB7}" type="datetime1">
              <a:rPr lang="en-US" smtClean="0"/>
              <a:t>10/10/2024</a:t>
            </a:fld>
            <a:endParaRPr lang="en-US"/>
          </a:p>
        </p:txBody>
      </p:sp>
      <p:sp>
        <p:nvSpPr>
          <p:cNvPr id="5" name="Footer Placeholder 4">
            <a:extLst>
              <a:ext uri="{FF2B5EF4-FFF2-40B4-BE49-F238E27FC236}">
                <a16:creationId xmlns:a16="http://schemas.microsoft.com/office/drawing/2014/main" id="{2EE8F739-3685-27A9-8FB5-9EED7306AB41}"/>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47D09FB-550C-8AF8-17D2-71881DA6D967}"/>
              </a:ext>
            </a:extLst>
          </p:cNvPr>
          <p:cNvSpPr>
            <a:spLocks noGrp="1"/>
          </p:cNvSpPr>
          <p:nvPr>
            <p:ph type="sldNum" sz="quarter" idx="4"/>
          </p:nvPr>
        </p:nvSpPr>
        <p:spPr>
          <a:xfrm>
            <a:off x="14154873" y="0"/>
            <a:ext cx="4114800" cy="547688"/>
          </a:xfrm>
          <a:prstGeom prst="rect">
            <a:avLst/>
          </a:prstGeom>
        </p:spPr>
        <p:txBody>
          <a:bodyPr vert="horz" lIns="91440" tIns="45720" rIns="91440" bIns="45720" rtlCol="0" anchor="ctr"/>
          <a:lstStyle>
            <a:lvl1pPr algn="r">
              <a:defRPr sz="2400" b="1">
                <a:solidFill>
                  <a:schemeClr val="tx1">
                    <a:tint val="75000"/>
                  </a:schemeClr>
                </a:solidFill>
              </a:defRPr>
            </a:lvl1pPr>
          </a:lstStyle>
          <a:p>
            <a:fld id="{423330D0-7765-4A3C-A4FF-DA7B71076211}" type="slidenum">
              <a:rPr lang="en-US" smtClean="0"/>
              <a:pPr/>
              <a:t>‹#›</a:t>
            </a:fld>
            <a:endParaRPr lang="en-US" dirty="0"/>
          </a:p>
        </p:txBody>
      </p:sp>
    </p:spTree>
    <p:extLst>
      <p:ext uri="{BB962C8B-B14F-4D97-AF65-F5344CB8AC3E}">
        <p14:creationId xmlns:p14="http://schemas.microsoft.com/office/powerpoint/2010/main" val="1973997023"/>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3" name="AutoShape 13"/>
          <p:cNvSpPr/>
          <p:nvPr/>
        </p:nvSpPr>
        <p:spPr>
          <a:xfrm rot="5393668">
            <a:off x="-4409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grpSp>
        <p:nvGrpSpPr>
          <p:cNvPr id="25" name="Group 25"/>
          <p:cNvGrpSpPr/>
          <p:nvPr/>
        </p:nvGrpSpPr>
        <p:grpSpPr>
          <a:xfrm>
            <a:off x="-53550" y="4016750"/>
            <a:ext cx="18421300" cy="6345250"/>
            <a:chOff x="0" y="0"/>
            <a:chExt cx="24561733" cy="8460333"/>
          </a:xfrm>
        </p:grpSpPr>
        <p:sp>
          <p:nvSpPr>
            <p:cNvPr id="26" name="Freeform 26"/>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dirty="0"/>
            </a:p>
          </p:txBody>
        </p:sp>
      </p:grpSp>
      <p:grpSp>
        <p:nvGrpSpPr>
          <p:cNvPr id="27" name="Group 27"/>
          <p:cNvGrpSpPr/>
          <p:nvPr/>
        </p:nvGrpSpPr>
        <p:grpSpPr>
          <a:xfrm>
            <a:off x="-53550" y="4279400"/>
            <a:ext cx="18421300" cy="6082600"/>
            <a:chOff x="0" y="0"/>
            <a:chExt cx="24561733" cy="8110133"/>
          </a:xfrm>
        </p:grpSpPr>
        <p:sp>
          <p:nvSpPr>
            <p:cNvPr id="28" name="Freeform 28"/>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grpSp>
        <p:nvGrpSpPr>
          <p:cNvPr id="29" name="Group 29"/>
          <p:cNvGrpSpPr/>
          <p:nvPr/>
        </p:nvGrpSpPr>
        <p:grpSpPr>
          <a:xfrm rot="8100000">
            <a:off x="3695962" y="36291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dirty="0"/>
            </a:p>
          </p:txBody>
        </p:sp>
      </p:grpSp>
      <p:grpSp>
        <p:nvGrpSpPr>
          <p:cNvPr id="31" name="Group 31"/>
          <p:cNvGrpSpPr/>
          <p:nvPr/>
        </p:nvGrpSpPr>
        <p:grpSpPr>
          <a:xfrm rot="8100000">
            <a:off x="12049387" y="4168263"/>
            <a:ext cx="302374" cy="302374"/>
            <a:chOff x="0" y="0"/>
            <a:chExt cx="403165" cy="403165"/>
          </a:xfrm>
        </p:grpSpPr>
        <p:sp>
          <p:nvSpPr>
            <p:cNvPr id="32" name="Freeform 32"/>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dirty="0"/>
            </a:p>
          </p:txBody>
        </p:sp>
      </p:grpSp>
      <p:grpSp>
        <p:nvGrpSpPr>
          <p:cNvPr id="33" name="Group 33"/>
          <p:cNvGrpSpPr/>
          <p:nvPr/>
        </p:nvGrpSpPr>
        <p:grpSpPr>
          <a:xfrm rot="8100000">
            <a:off x="14363962" y="4263538"/>
            <a:ext cx="245224" cy="245224"/>
            <a:chOff x="0" y="0"/>
            <a:chExt cx="326965" cy="326965"/>
          </a:xfrm>
        </p:grpSpPr>
        <p:sp>
          <p:nvSpPr>
            <p:cNvPr id="34" name="Freeform 34"/>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dirty="0"/>
            </a:p>
          </p:txBody>
        </p:sp>
      </p:grpSp>
      <p:sp>
        <p:nvSpPr>
          <p:cNvPr id="35" name="Freeform 35"/>
          <p:cNvSpPr/>
          <p:nvPr/>
        </p:nvSpPr>
        <p:spPr>
          <a:xfrm>
            <a:off x="-28575" y="4038625"/>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dirty="0"/>
          </a:p>
        </p:txBody>
      </p:sp>
      <p:sp>
        <p:nvSpPr>
          <p:cNvPr id="36" name="Freeform 36"/>
          <p:cNvSpPr/>
          <p:nvPr/>
        </p:nvSpPr>
        <p:spPr>
          <a:xfrm>
            <a:off x="-85674" y="4010176"/>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dirty="0"/>
          </a:p>
        </p:txBody>
      </p:sp>
      <p:grpSp>
        <p:nvGrpSpPr>
          <p:cNvPr id="37" name="Group 37"/>
          <p:cNvGrpSpPr/>
          <p:nvPr/>
        </p:nvGrpSpPr>
        <p:grpSpPr>
          <a:xfrm>
            <a:off x="5971875" y="4286075"/>
            <a:ext cx="248250" cy="248250"/>
            <a:chOff x="0" y="0"/>
            <a:chExt cx="331000" cy="331000"/>
          </a:xfrm>
        </p:grpSpPr>
        <p:sp>
          <p:nvSpPr>
            <p:cNvPr id="38" name="Freeform 38"/>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9" name="Group 39"/>
          <p:cNvGrpSpPr/>
          <p:nvPr/>
        </p:nvGrpSpPr>
        <p:grpSpPr>
          <a:xfrm>
            <a:off x="2161875" y="4857575"/>
            <a:ext cx="248250" cy="248250"/>
            <a:chOff x="0" y="0"/>
            <a:chExt cx="331000" cy="331000"/>
          </a:xfrm>
        </p:grpSpPr>
        <p:sp>
          <p:nvSpPr>
            <p:cNvPr id="40" name="Freeform 40"/>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41" name="Group 41"/>
          <p:cNvGrpSpPr/>
          <p:nvPr/>
        </p:nvGrpSpPr>
        <p:grpSpPr>
          <a:xfrm>
            <a:off x="9781875" y="4145739"/>
            <a:ext cx="248250" cy="248250"/>
            <a:chOff x="0" y="0"/>
            <a:chExt cx="331000" cy="331000"/>
          </a:xfrm>
        </p:grpSpPr>
        <p:sp>
          <p:nvSpPr>
            <p:cNvPr id="42" name="Freeform 4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43" name="Group 43"/>
          <p:cNvGrpSpPr/>
          <p:nvPr/>
        </p:nvGrpSpPr>
        <p:grpSpPr>
          <a:xfrm rot="8100000">
            <a:off x="17371323" y="3752963"/>
            <a:ext cx="302374" cy="302374"/>
            <a:chOff x="0" y="0"/>
            <a:chExt cx="403165" cy="403165"/>
          </a:xfrm>
        </p:grpSpPr>
        <p:sp>
          <p:nvSpPr>
            <p:cNvPr id="44" name="Freeform 44"/>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dirty="0"/>
            </a:p>
          </p:txBody>
        </p:sp>
      </p:grpSp>
      <p:sp>
        <p:nvSpPr>
          <p:cNvPr id="45" name="Freeform 45"/>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dirty="0"/>
          </a:p>
        </p:txBody>
      </p:sp>
      <p:sp>
        <p:nvSpPr>
          <p:cNvPr id="46" name="TextBox 46"/>
          <p:cNvSpPr txBox="1"/>
          <p:nvPr/>
        </p:nvSpPr>
        <p:spPr>
          <a:xfrm>
            <a:off x="-381000" y="5644988"/>
            <a:ext cx="18669000" cy="3693319"/>
          </a:xfrm>
          <a:prstGeom prst="rect">
            <a:avLst/>
          </a:prstGeom>
        </p:spPr>
        <p:txBody>
          <a:bodyPr wrap="square" lIns="0" tIns="0" rIns="0" bIns="0" rtlCol="0" anchor="t">
            <a:spAutoFit/>
          </a:bodyPr>
          <a:lstStyle/>
          <a:p>
            <a:pPr algn="ctr">
              <a:lnSpc>
                <a:spcPts val="9600"/>
              </a:lnSpc>
            </a:pPr>
            <a:r>
              <a:rPr lang="en-US" sz="8000" b="1" dirty="0">
                <a:solidFill>
                  <a:srgbClr val="FFFFFF"/>
                </a:solidFill>
                <a:latin typeface="Oswald Bold"/>
                <a:ea typeface="Oswald Bold"/>
                <a:cs typeface="Oswald Bold"/>
                <a:sym typeface="Oswald Bold"/>
              </a:rPr>
              <a:t>SLIIT STUDENT'S ATTITUDES AND PREFERENCES REGARDING </a:t>
            </a:r>
          </a:p>
          <a:p>
            <a:pPr algn="ctr">
              <a:lnSpc>
                <a:spcPts val="9600"/>
              </a:lnSpc>
            </a:pPr>
            <a:r>
              <a:rPr lang="en-US" sz="8000" b="1" dirty="0">
                <a:solidFill>
                  <a:srgbClr val="B9FF47"/>
                </a:solidFill>
                <a:latin typeface="Arimo Bold"/>
                <a:ea typeface="Arimo Bold"/>
                <a:cs typeface="Arimo Bold"/>
                <a:sym typeface="Arimo Bold"/>
              </a:rPr>
              <a:t>  MIGRATING FOR HIGHER STUDIES</a:t>
            </a:r>
            <a:r>
              <a:rPr lang="en-US" sz="8000" b="1" dirty="0">
                <a:solidFill>
                  <a:srgbClr val="AFF000"/>
                </a:solidFill>
                <a:latin typeface="Arimo Bold"/>
                <a:ea typeface="Arimo Bold"/>
                <a:cs typeface="Arimo Bold"/>
                <a:sym typeface="Arimo Bold"/>
              </a:rPr>
              <a:t> </a:t>
            </a:r>
          </a:p>
        </p:txBody>
      </p:sp>
      <p:sp>
        <p:nvSpPr>
          <p:cNvPr id="48" name="Slide Number Placeholder 47">
            <a:extLst>
              <a:ext uri="{FF2B5EF4-FFF2-40B4-BE49-F238E27FC236}">
                <a16:creationId xmlns:a16="http://schemas.microsoft.com/office/drawing/2014/main" id="{A84018F2-0762-3D45-FCB1-A035B1AC3E8A}"/>
              </a:ext>
            </a:extLst>
          </p:cNvPr>
          <p:cNvSpPr>
            <a:spLocks noGrp="1"/>
          </p:cNvSpPr>
          <p:nvPr>
            <p:ph type="sldNum" sz="quarter" idx="12"/>
          </p:nvPr>
        </p:nvSpPr>
        <p:spPr/>
        <p:txBody>
          <a:bodyPr/>
          <a:lstStyle/>
          <a:p>
            <a:fld id="{423330D0-7765-4A3C-A4FF-DA7B71076211}" type="slidenum">
              <a:rPr lang="en-US" smtClean="0"/>
              <a:t>1</a:t>
            </a:fld>
            <a:endParaRPr lang="en-US"/>
          </a:p>
        </p:txBody>
      </p:sp>
      <p:pic>
        <p:nvPicPr>
          <p:cNvPr id="49" name="Picture 48">
            <a:extLst>
              <a:ext uri="{FF2B5EF4-FFF2-40B4-BE49-F238E27FC236}">
                <a16:creationId xmlns:a16="http://schemas.microsoft.com/office/drawing/2014/main" id="{9C0B2361-AEC2-87A9-5040-1888205C48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07409" y="380383"/>
            <a:ext cx="7492181" cy="337136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dirty="0"/>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dirty="0"/>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dirty="0"/>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dirty="0"/>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dirty="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dirty="0"/>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dirty="0"/>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dirty="0"/>
          </a:p>
        </p:txBody>
      </p:sp>
      <p:sp>
        <p:nvSpPr>
          <p:cNvPr id="46" name="TextBox 46"/>
          <p:cNvSpPr txBox="1"/>
          <p:nvPr/>
        </p:nvSpPr>
        <p:spPr>
          <a:xfrm>
            <a:off x="-4797820" y="1244626"/>
            <a:ext cx="13810350" cy="615553"/>
          </a:xfrm>
          <a:prstGeom prst="rect">
            <a:avLst/>
          </a:prstGeom>
        </p:spPr>
        <p:txBody>
          <a:bodyPr lIns="0" tIns="0" rIns="0" bIns="0" rtlCol="0" anchor="t">
            <a:spAutoFit/>
          </a:bodyPr>
          <a:lstStyle/>
          <a:p>
            <a:pPr algn="ctr">
              <a:lnSpc>
                <a:spcPts val="4800"/>
              </a:lnSpc>
            </a:pPr>
            <a:r>
              <a:rPr lang="en-US" sz="4000" b="1" dirty="0">
                <a:solidFill>
                  <a:srgbClr val="FF0000"/>
                </a:solidFill>
                <a:latin typeface="Calibri (Body)"/>
                <a:ea typeface="Oswald Bold"/>
                <a:cs typeface="Oswald Bold"/>
                <a:sym typeface="Oswald Bold"/>
              </a:rPr>
              <a:t>OUR</a:t>
            </a:r>
            <a:r>
              <a:rPr lang="en-US" sz="4000" b="1" dirty="0">
                <a:solidFill>
                  <a:schemeClr val="accent3">
                    <a:lumMod val="75000"/>
                  </a:schemeClr>
                </a:solidFill>
                <a:latin typeface="Calibri (Body)"/>
                <a:ea typeface="Oswald Bold"/>
                <a:cs typeface="Oswald Bold"/>
                <a:sym typeface="Oswald Bold"/>
              </a:rPr>
              <a:t> </a:t>
            </a:r>
            <a:r>
              <a:rPr lang="en-US" sz="4000" b="1" dirty="0">
                <a:solidFill>
                  <a:srgbClr val="FF0000"/>
                </a:solidFill>
                <a:latin typeface="Calibri (Body)"/>
                <a:ea typeface="Oswald Bold"/>
                <a:cs typeface="Oswald Bold"/>
                <a:sym typeface="Oswald Bold"/>
              </a:rPr>
              <a:t>TEAM</a:t>
            </a:r>
          </a:p>
        </p:txBody>
      </p:sp>
      <p:sp>
        <p:nvSpPr>
          <p:cNvPr id="47" name="TextBox 47"/>
          <p:cNvSpPr txBox="1"/>
          <p:nvPr/>
        </p:nvSpPr>
        <p:spPr>
          <a:xfrm>
            <a:off x="447553" y="2385796"/>
            <a:ext cx="11303473" cy="1190262"/>
          </a:xfrm>
          <a:prstGeom prst="rect">
            <a:avLst/>
          </a:prstGeom>
        </p:spPr>
        <p:txBody>
          <a:bodyPr wrap="square" lIns="0" tIns="0" rIns="0" bIns="0" rtlCol="0" anchor="t">
            <a:spAutoFit/>
          </a:bodyPr>
          <a:lstStyle/>
          <a:p>
            <a:pPr algn="l">
              <a:lnSpc>
                <a:spcPts val="2879"/>
              </a:lnSpc>
            </a:pPr>
            <a:r>
              <a:rPr lang="en-US" sz="3200" dirty="0">
                <a:solidFill>
                  <a:srgbClr val="0E00B4"/>
                </a:solidFill>
                <a:latin typeface="Calibri (Body)"/>
                <a:ea typeface="Source Sans Pro Bold"/>
                <a:cs typeface="Source Sans Pro Bold"/>
                <a:sym typeface="Source Sans Pro Bold"/>
              </a:rPr>
              <a:t>Group Number :  MLB_04.02_07</a:t>
            </a:r>
          </a:p>
          <a:p>
            <a:pPr algn="l">
              <a:lnSpc>
                <a:spcPts val="2879"/>
              </a:lnSpc>
            </a:pPr>
            <a:r>
              <a:rPr lang="en-US" sz="3200" dirty="0">
                <a:solidFill>
                  <a:srgbClr val="0E00B4"/>
                </a:solidFill>
                <a:latin typeface="Calibri (Body)"/>
                <a:ea typeface="Source Sans Pro Bold"/>
                <a:cs typeface="Source Sans Pro Bold"/>
                <a:sym typeface="Source Sans Pro Bold"/>
              </a:rPr>
              <a:t>Batch Number : 04.02</a:t>
            </a:r>
          </a:p>
          <a:p>
            <a:pPr marL="647697" lvl="1" indent="-323848" algn="l">
              <a:lnSpc>
                <a:spcPts val="3599"/>
              </a:lnSpc>
              <a:buFont typeface="Arial"/>
              <a:buChar char="•"/>
            </a:pPr>
            <a:endParaRPr lang="en-US" sz="2999" b="1" dirty="0">
              <a:solidFill>
                <a:srgbClr val="0E00B4"/>
              </a:solidFill>
              <a:latin typeface="Source Sans Pro Bold"/>
              <a:ea typeface="Source Sans Pro Bold"/>
              <a:cs typeface="Source Sans Pro Bold"/>
              <a:sym typeface="Source Sans Pro Bold"/>
            </a:endParaRPr>
          </a:p>
        </p:txBody>
      </p:sp>
      <p:sp>
        <p:nvSpPr>
          <p:cNvPr id="48" name="Freeform 48"/>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dirty="0"/>
          </a:p>
        </p:txBody>
      </p:sp>
      <p:sp>
        <p:nvSpPr>
          <p:cNvPr id="50" name="Freeform 46">
            <a:extLst>
              <a:ext uri="{FF2B5EF4-FFF2-40B4-BE49-F238E27FC236}">
                <a16:creationId xmlns:a16="http://schemas.microsoft.com/office/drawing/2014/main" id="{C6444F60-39EE-3A0B-9C00-B241A7389C72}"/>
              </a:ext>
            </a:extLst>
          </p:cNvPr>
          <p:cNvSpPr/>
          <p:nvPr/>
        </p:nvSpPr>
        <p:spPr>
          <a:xfrm>
            <a:off x="2865510" y="3419175"/>
            <a:ext cx="12583379" cy="4750225"/>
          </a:xfrm>
          <a:custGeom>
            <a:avLst/>
            <a:gdLst/>
            <a:ahLst/>
            <a:cxnLst/>
            <a:rect l="l" t="t" r="r" b="b"/>
            <a:pathLst>
              <a:path w="12583379" h="4750225">
                <a:moveTo>
                  <a:pt x="0" y="0"/>
                </a:moveTo>
                <a:lnTo>
                  <a:pt x="12583378" y="0"/>
                </a:lnTo>
                <a:lnTo>
                  <a:pt x="12583378" y="4750225"/>
                </a:lnTo>
                <a:lnTo>
                  <a:pt x="0" y="4750225"/>
                </a:lnTo>
                <a:lnTo>
                  <a:pt x="0" y="0"/>
                </a:lnTo>
                <a:close/>
              </a:path>
            </a:pathLst>
          </a:custGeom>
          <a:blipFill>
            <a:blip r:embed="rId8"/>
            <a:stretch>
              <a:fillRect/>
            </a:stretch>
          </a:blipFill>
        </p:spPr>
        <p:txBody>
          <a:bodyPr/>
          <a:lstStyle/>
          <a:p>
            <a:endParaRPr lang="en-GB" dirty="0"/>
          </a:p>
        </p:txBody>
      </p:sp>
      <p:sp>
        <p:nvSpPr>
          <p:cNvPr id="51" name="Slide Number Placeholder 50">
            <a:extLst>
              <a:ext uri="{FF2B5EF4-FFF2-40B4-BE49-F238E27FC236}">
                <a16:creationId xmlns:a16="http://schemas.microsoft.com/office/drawing/2014/main" id="{481DEDB5-47B9-50B3-5A7B-A3DAA2D32C68}"/>
              </a:ext>
            </a:extLst>
          </p:cNvPr>
          <p:cNvSpPr>
            <a:spLocks noGrp="1"/>
          </p:cNvSpPr>
          <p:nvPr>
            <p:ph type="sldNum" sz="quarter" idx="12"/>
          </p:nvPr>
        </p:nvSpPr>
        <p:spPr/>
        <p:txBody>
          <a:bodyPr/>
          <a:lstStyle/>
          <a:p>
            <a:fld id="{423330D0-7765-4A3C-A4FF-DA7B71076211}" type="slidenum">
              <a:rPr lang="en-US" smtClean="0"/>
              <a:t>2</a:t>
            </a:fld>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dirty="0"/>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dirty="0"/>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dirty="0"/>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dirty="0"/>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dirty="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dirty="0"/>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dirty="0"/>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dirty="0"/>
          </a:p>
        </p:txBody>
      </p:sp>
      <p:sp>
        <p:nvSpPr>
          <p:cNvPr id="46" name="TextBox 46"/>
          <p:cNvSpPr txBox="1"/>
          <p:nvPr/>
        </p:nvSpPr>
        <p:spPr>
          <a:xfrm>
            <a:off x="1364011" y="492642"/>
            <a:ext cx="13810350" cy="609600"/>
          </a:xfrm>
          <a:prstGeom prst="rect">
            <a:avLst/>
          </a:prstGeom>
        </p:spPr>
        <p:txBody>
          <a:bodyPr lIns="0" tIns="0" rIns="0" bIns="0" rtlCol="0" anchor="t">
            <a:spAutoFit/>
          </a:bodyPr>
          <a:lstStyle/>
          <a:p>
            <a:pPr algn="ctr">
              <a:lnSpc>
                <a:spcPts val="4800"/>
              </a:lnSpc>
            </a:pPr>
            <a:r>
              <a:rPr lang="en-US" sz="4000" b="1" dirty="0">
                <a:solidFill>
                  <a:srgbClr val="002060"/>
                </a:solidFill>
                <a:latin typeface="Calibri (Body)"/>
                <a:ea typeface="Oswald Bold"/>
                <a:cs typeface="Oswald Bold"/>
                <a:sym typeface="Oswald Bold"/>
              </a:rPr>
              <a:t>Introduction</a:t>
            </a:r>
          </a:p>
        </p:txBody>
      </p:sp>
      <p:sp>
        <p:nvSpPr>
          <p:cNvPr id="47" name="TextBox 47"/>
          <p:cNvSpPr txBox="1"/>
          <p:nvPr/>
        </p:nvSpPr>
        <p:spPr>
          <a:xfrm>
            <a:off x="1656156" y="3606523"/>
            <a:ext cx="6934339" cy="468141"/>
          </a:xfrm>
          <a:prstGeom prst="rect">
            <a:avLst/>
          </a:prstGeom>
        </p:spPr>
        <p:txBody>
          <a:bodyPr wrap="square" lIns="0" tIns="0" rIns="0" bIns="0" rtlCol="0" anchor="t">
            <a:spAutoFit/>
          </a:bodyPr>
          <a:lstStyle/>
          <a:p>
            <a:pPr algn="l">
              <a:lnSpc>
                <a:spcPts val="3599"/>
              </a:lnSpc>
            </a:pPr>
            <a:r>
              <a:rPr lang="en-US" sz="3600" b="1" dirty="0"/>
              <a:t> </a:t>
            </a:r>
            <a:endParaRPr lang="en-US" sz="3600" dirty="0">
              <a:solidFill>
                <a:srgbClr val="0E00B4"/>
              </a:solidFill>
              <a:latin typeface="Source Sans Pro"/>
              <a:ea typeface="Source Sans Pro"/>
              <a:cs typeface="Source Sans Pro"/>
              <a:sym typeface="Source Sans Pro"/>
            </a:endParaRPr>
          </a:p>
        </p:txBody>
      </p:sp>
      <p:sp>
        <p:nvSpPr>
          <p:cNvPr id="48" name="Freeform 48"/>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dirty="0"/>
          </a:p>
        </p:txBody>
      </p:sp>
      <p:sp>
        <p:nvSpPr>
          <p:cNvPr id="49" name="TextBox 47">
            <a:extLst>
              <a:ext uri="{FF2B5EF4-FFF2-40B4-BE49-F238E27FC236}">
                <a16:creationId xmlns:a16="http://schemas.microsoft.com/office/drawing/2014/main" id="{BA7454AA-FA71-1E22-47FC-F89E9EDAB391}"/>
              </a:ext>
            </a:extLst>
          </p:cNvPr>
          <p:cNvSpPr txBox="1"/>
          <p:nvPr/>
        </p:nvSpPr>
        <p:spPr>
          <a:xfrm>
            <a:off x="930113" y="1290636"/>
            <a:ext cx="7290959" cy="481670"/>
          </a:xfrm>
          <a:prstGeom prst="rect">
            <a:avLst/>
          </a:prstGeom>
        </p:spPr>
        <p:txBody>
          <a:bodyPr wrap="square" lIns="0" tIns="0" rIns="0" bIns="0" rtlCol="0" anchor="t">
            <a:spAutoFit/>
          </a:bodyPr>
          <a:lstStyle/>
          <a:p>
            <a:pPr marL="571500" indent="-571500" algn="l">
              <a:lnSpc>
                <a:spcPts val="3599"/>
              </a:lnSpc>
              <a:buFont typeface="Wingdings" panose="05000000000000000000" pitchFamily="2" charset="2"/>
              <a:buChar char="q"/>
            </a:pPr>
            <a:r>
              <a:rPr lang="en-US" sz="3600" b="1" dirty="0"/>
              <a:t>What is higher education </a:t>
            </a:r>
            <a:r>
              <a:rPr lang="en-US" sz="3200" b="1" dirty="0"/>
              <a:t>?</a:t>
            </a:r>
            <a:r>
              <a:rPr lang="en-US" sz="4000" b="1" dirty="0"/>
              <a:t> </a:t>
            </a:r>
            <a:endParaRPr lang="en-US" sz="4000" dirty="0">
              <a:solidFill>
                <a:srgbClr val="0E00B4"/>
              </a:solidFill>
              <a:latin typeface="Source Sans Pro"/>
              <a:ea typeface="Source Sans Pro"/>
              <a:cs typeface="Source Sans Pro"/>
              <a:sym typeface="Source Sans Pro"/>
            </a:endParaRPr>
          </a:p>
        </p:txBody>
      </p:sp>
      <p:sp>
        <p:nvSpPr>
          <p:cNvPr id="50" name="TextBox 47">
            <a:extLst>
              <a:ext uri="{FF2B5EF4-FFF2-40B4-BE49-F238E27FC236}">
                <a16:creationId xmlns:a16="http://schemas.microsoft.com/office/drawing/2014/main" id="{A902E456-237E-FF1D-4CD3-44B2ED51F16C}"/>
              </a:ext>
            </a:extLst>
          </p:cNvPr>
          <p:cNvSpPr txBox="1"/>
          <p:nvPr/>
        </p:nvSpPr>
        <p:spPr>
          <a:xfrm>
            <a:off x="1071560" y="1949587"/>
            <a:ext cx="16169042" cy="3211007"/>
          </a:xfrm>
          <a:prstGeom prst="rect">
            <a:avLst/>
          </a:prstGeom>
        </p:spPr>
        <p:txBody>
          <a:bodyPr wrap="square" lIns="0" tIns="0" rIns="0" bIns="0" rtlCol="0" anchor="t">
            <a:spAutoFit/>
          </a:bodyPr>
          <a:lstStyle/>
          <a:p>
            <a:pPr marL="457200" indent="-457200" algn="just">
              <a:lnSpc>
                <a:spcPts val="3599"/>
              </a:lnSpc>
              <a:buFont typeface="Arial" panose="020B0604020202020204" pitchFamily="34" charset="0"/>
              <a:buChar char="•"/>
            </a:pPr>
            <a:r>
              <a:rPr lang="en-GB" sz="2800" dirty="0">
                <a:latin typeface="Source Sans Pro"/>
                <a:ea typeface="Source Sans Pro"/>
                <a:cs typeface="Source Sans Pro"/>
                <a:sym typeface="Source Sans Pro"/>
              </a:rPr>
              <a:t>The term "higher education" describes the level of learning that takes place at universities, colleges, and other establishments that grant professional certificates and academic degrees, usually following the conclusion of secondary school. </a:t>
            </a:r>
          </a:p>
          <a:p>
            <a:pPr algn="just">
              <a:lnSpc>
                <a:spcPts val="3599"/>
              </a:lnSpc>
            </a:pPr>
            <a:endParaRPr lang="en-GB" sz="2800" dirty="0">
              <a:latin typeface="Source Sans Pro"/>
              <a:ea typeface="Source Sans Pro"/>
              <a:cs typeface="Source Sans Pro"/>
              <a:sym typeface="Source Sans Pro"/>
            </a:endParaRPr>
          </a:p>
          <a:p>
            <a:pPr algn="just">
              <a:lnSpc>
                <a:spcPts val="3599"/>
              </a:lnSpc>
            </a:pPr>
            <a:r>
              <a:rPr lang="en-GB" sz="2800" b="1" dirty="0">
                <a:latin typeface="Source Sans Pro"/>
                <a:ea typeface="Source Sans Pro"/>
                <a:cs typeface="Source Sans Pro"/>
                <a:sym typeface="Source Sans Pro"/>
              </a:rPr>
              <a:t>Associate degrees</a:t>
            </a:r>
            <a:r>
              <a:rPr lang="en-GB" sz="2800" dirty="0">
                <a:latin typeface="Source Sans Pro"/>
                <a:ea typeface="Source Sans Pro"/>
                <a:cs typeface="Source Sans Pro"/>
                <a:sym typeface="Source Sans Pro"/>
              </a:rPr>
              <a:t>: Typically available through community institutions, they require two years to complete.</a:t>
            </a:r>
          </a:p>
          <a:p>
            <a:pPr algn="just">
              <a:lnSpc>
                <a:spcPts val="3599"/>
              </a:lnSpc>
            </a:pPr>
            <a:r>
              <a:rPr lang="en-GB" sz="2800" b="1" dirty="0">
                <a:latin typeface="Source Sans Pro"/>
                <a:ea typeface="Source Sans Pro"/>
                <a:cs typeface="Source Sans Pro"/>
                <a:sym typeface="Source Sans Pro"/>
              </a:rPr>
              <a:t>Bachelor's degrees </a:t>
            </a:r>
            <a:r>
              <a:rPr lang="en-GB" sz="2800" dirty="0">
                <a:latin typeface="Source Sans Pro"/>
                <a:ea typeface="Source Sans Pro"/>
                <a:cs typeface="Source Sans Pro"/>
                <a:sym typeface="Source Sans Pro"/>
              </a:rPr>
              <a:t>:are awarded by universities and institutions for undergraduate studies that typically take four years to finish</a:t>
            </a:r>
            <a:endParaRPr lang="en-US" sz="2800" dirty="0">
              <a:latin typeface="Source Sans Pro"/>
              <a:ea typeface="Source Sans Pro"/>
              <a:cs typeface="Source Sans Pro"/>
              <a:sym typeface="Source Sans Pro"/>
            </a:endParaRPr>
          </a:p>
        </p:txBody>
      </p:sp>
      <p:pic>
        <p:nvPicPr>
          <p:cNvPr id="53" name="Picture 52" descr="A group of people wearing graduation gowns and caps&#10;&#10;Description automatically generated">
            <a:extLst>
              <a:ext uri="{FF2B5EF4-FFF2-40B4-BE49-F238E27FC236}">
                <a16:creationId xmlns:a16="http://schemas.microsoft.com/office/drawing/2014/main" id="{017D29C3-0451-07C0-7911-3D2C61292B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88280" y="4193956"/>
            <a:ext cx="9488077" cy="5418581"/>
          </a:xfrm>
          <a:prstGeom prst="rect">
            <a:avLst/>
          </a:prstGeom>
        </p:spPr>
      </p:pic>
      <p:sp>
        <p:nvSpPr>
          <p:cNvPr id="52" name="Slide Number Placeholder 51">
            <a:extLst>
              <a:ext uri="{FF2B5EF4-FFF2-40B4-BE49-F238E27FC236}">
                <a16:creationId xmlns:a16="http://schemas.microsoft.com/office/drawing/2014/main" id="{F39B75F0-56B8-7AF9-CBC4-72E0F9023CBE}"/>
              </a:ext>
            </a:extLst>
          </p:cNvPr>
          <p:cNvSpPr>
            <a:spLocks noGrp="1"/>
          </p:cNvSpPr>
          <p:nvPr>
            <p:ph type="sldNum" sz="quarter" idx="12"/>
          </p:nvPr>
        </p:nvSpPr>
        <p:spPr/>
        <p:txBody>
          <a:bodyPr/>
          <a:lstStyle/>
          <a:p>
            <a:fld id="{423330D0-7765-4A3C-A4FF-DA7B71076211}" type="slidenum">
              <a:rPr lang="en-US" smtClean="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4">
            <a:extLst>
              <a:ext uri="{FF2B5EF4-FFF2-40B4-BE49-F238E27FC236}">
                <a16:creationId xmlns:a16="http://schemas.microsoft.com/office/drawing/2014/main" id="{824BC0A4-F6DB-0470-0E01-0B0790035560}"/>
              </a:ext>
            </a:extLst>
          </p:cNvPr>
          <p:cNvSpPr/>
          <p:nvPr/>
        </p:nvSpPr>
        <p:spPr>
          <a:xfrm>
            <a:off x="0" y="8877300"/>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grpSp>
        <p:nvGrpSpPr>
          <p:cNvPr id="5" name="Group 40">
            <a:extLst>
              <a:ext uri="{FF2B5EF4-FFF2-40B4-BE49-F238E27FC236}">
                <a16:creationId xmlns:a16="http://schemas.microsoft.com/office/drawing/2014/main" id="{91B94762-E649-16B0-B3A9-0525DF8847BA}"/>
              </a:ext>
            </a:extLst>
          </p:cNvPr>
          <p:cNvGrpSpPr/>
          <p:nvPr/>
        </p:nvGrpSpPr>
        <p:grpSpPr>
          <a:xfrm>
            <a:off x="-50203" y="6724900"/>
            <a:ext cx="18421300" cy="4304799"/>
            <a:chOff x="0" y="0"/>
            <a:chExt cx="24561733" cy="8460333"/>
          </a:xfrm>
        </p:grpSpPr>
        <p:sp>
          <p:nvSpPr>
            <p:cNvPr id="6" name="Freeform 41">
              <a:extLst>
                <a:ext uri="{FF2B5EF4-FFF2-40B4-BE49-F238E27FC236}">
                  <a16:creationId xmlns:a16="http://schemas.microsoft.com/office/drawing/2014/main" id="{A882B378-845F-E915-68F0-33094ACEA211}"/>
                </a:ext>
              </a:extLst>
            </p:cNvPr>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dirty="0"/>
            </a:p>
          </p:txBody>
        </p:sp>
      </p:grpSp>
      <p:grpSp>
        <p:nvGrpSpPr>
          <p:cNvPr id="7" name="Group 42">
            <a:extLst>
              <a:ext uri="{FF2B5EF4-FFF2-40B4-BE49-F238E27FC236}">
                <a16:creationId xmlns:a16="http://schemas.microsoft.com/office/drawing/2014/main" id="{79BF94B1-0C92-3BB7-F4C9-7B4CC98C1176}"/>
              </a:ext>
            </a:extLst>
          </p:cNvPr>
          <p:cNvGrpSpPr/>
          <p:nvPr/>
        </p:nvGrpSpPr>
        <p:grpSpPr>
          <a:xfrm>
            <a:off x="-85575" y="6724900"/>
            <a:ext cx="18421300" cy="6082600"/>
            <a:chOff x="0" y="0"/>
            <a:chExt cx="24561733" cy="8110133"/>
          </a:xfrm>
        </p:grpSpPr>
        <p:sp>
          <p:nvSpPr>
            <p:cNvPr id="8" name="Freeform 43">
              <a:extLst>
                <a:ext uri="{FF2B5EF4-FFF2-40B4-BE49-F238E27FC236}">
                  <a16:creationId xmlns:a16="http://schemas.microsoft.com/office/drawing/2014/main" id="{E0995545-34F8-2C79-8B02-E98EBF6F9EAA}"/>
                </a:ext>
              </a:extLst>
            </p:cNvPr>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sp>
        <p:nvSpPr>
          <p:cNvPr id="9" name="Title 8">
            <a:extLst>
              <a:ext uri="{FF2B5EF4-FFF2-40B4-BE49-F238E27FC236}">
                <a16:creationId xmlns:a16="http://schemas.microsoft.com/office/drawing/2014/main" id="{125A4D4E-4388-B214-D715-B4EAE7E439E2}"/>
              </a:ext>
            </a:extLst>
          </p:cNvPr>
          <p:cNvSpPr>
            <a:spLocks noGrp="1"/>
          </p:cNvSpPr>
          <p:nvPr>
            <p:ph type="ctrTitle"/>
          </p:nvPr>
        </p:nvSpPr>
        <p:spPr>
          <a:xfrm>
            <a:off x="2286000" y="1683544"/>
            <a:ext cx="13106400" cy="2164556"/>
          </a:xfrm>
        </p:spPr>
        <p:txBody>
          <a:bodyPr>
            <a:normAutofit/>
          </a:bodyPr>
          <a:lstStyle/>
          <a:p>
            <a:r>
              <a:rPr lang="en-US" sz="4400" b="1" spc="-252" dirty="0">
                <a:solidFill>
                  <a:srgbClr val="0B4E7C"/>
                </a:solidFill>
                <a:latin typeface="Arial Bold"/>
                <a:ea typeface="Arial Bold"/>
                <a:cs typeface="Arial Bold"/>
                <a:sym typeface="Arial Bold"/>
              </a:rPr>
              <a:t>METHODOLOGY</a:t>
            </a:r>
            <a:br>
              <a:rPr lang="en-US" sz="9600" b="1" spc="-252" dirty="0">
                <a:solidFill>
                  <a:srgbClr val="0B4E7C"/>
                </a:solidFill>
                <a:latin typeface="Arial Bold"/>
                <a:ea typeface="Arial Bold"/>
                <a:cs typeface="Arial Bold"/>
                <a:sym typeface="Arial Bold"/>
              </a:rPr>
            </a:br>
            <a:endParaRPr lang="en-US" dirty="0"/>
          </a:p>
        </p:txBody>
      </p:sp>
      <p:sp>
        <p:nvSpPr>
          <p:cNvPr id="10" name="Subtitle 9">
            <a:extLst>
              <a:ext uri="{FF2B5EF4-FFF2-40B4-BE49-F238E27FC236}">
                <a16:creationId xmlns:a16="http://schemas.microsoft.com/office/drawing/2014/main" id="{89DDD318-A522-ADA5-2A83-4F1B7E71B48D}"/>
              </a:ext>
            </a:extLst>
          </p:cNvPr>
          <p:cNvSpPr>
            <a:spLocks noGrp="1"/>
          </p:cNvSpPr>
          <p:nvPr>
            <p:ph type="subTitle" idx="1"/>
          </p:nvPr>
        </p:nvSpPr>
        <p:spPr>
          <a:xfrm>
            <a:off x="1502324" y="3043670"/>
            <a:ext cx="15316200" cy="3984927"/>
          </a:xfrm>
        </p:spPr>
        <p:txBody>
          <a:bodyPr>
            <a:normAutofit/>
          </a:bodyPr>
          <a:lstStyle/>
          <a:p>
            <a:pPr algn="just"/>
            <a:r>
              <a:rPr lang="en-US" dirty="0"/>
              <a:t>The research employed a mixed-methods approach, combining both qualitative and quantitative techniques to explore students' attitudes and preferences regarding migrating for higher education. A structured survey was distributed to students at SLIIT, gathering data on their motivations for studying abroad, preferred countries, as well as the challenges they face and the factors that impact their decision-making process.</a:t>
            </a:r>
          </a:p>
        </p:txBody>
      </p:sp>
      <p:sp>
        <p:nvSpPr>
          <p:cNvPr id="11" name="Freeform 47">
            <a:extLst>
              <a:ext uri="{FF2B5EF4-FFF2-40B4-BE49-F238E27FC236}">
                <a16:creationId xmlns:a16="http://schemas.microsoft.com/office/drawing/2014/main" id="{DC51892B-BC85-5EF6-7D9A-F9284352355F}"/>
              </a:ext>
            </a:extLst>
          </p:cNvPr>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4"/>
            <a:stretch>
              <a:fillRect/>
            </a:stretch>
          </a:blipFill>
        </p:spPr>
        <p:txBody>
          <a:bodyPr/>
          <a:lstStyle/>
          <a:p>
            <a:endParaRPr lang="en-GB"/>
          </a:p>
        </p:txBody>
      </p:sp>
      <p:sp>
        <p:nvSpPr>
          <p:cNvPr id="12" name="Freeform 45">
            <a:extLst>
              <a:ext uri="{FF2B5EF4-FFF2-40B4-BE49-F238E27FC236}">
                <a16:creationId xmlns:a16="http://schemas.microsoft.com/office/drawing/2014/main" id="{F831D1A4-C7C5-D446-5287-5D7A1706F093}"/>
              </a:ext>
            </a:extLst>
          </p:cNvPr>
          <p:cNvSpPr/>
          <p:nvPr/>
        </p:nvSpPr>
        <p:spPr>
          <a:xfrm>
            <a:off x="-171150" y="6313930"/>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dirty="0"/>
          </a:p>
        </p:txBody>
      </p:sp>
    </p:spTree>
    <p:extLst>
      <p:ext uri="{BB962C8B-B14F-4D97-AF65-F5344CB8AC3E}">
        <p14:creationId xmlns:p14="http://schemas.microsoft.com/office/powerpoint/2010/main" val="1359789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1231106"/>
          </a:xfrm>
          <a:prstGeom prst="rect">
            <a:avLst/>
          </a:prstGeom>
        </p:spPr>
        <p:txBody>
          <a:bodyPr lIns="0" tIns="0" rIns="0" bIns="0" rtlCol="0" anchor="t">
            <a:spAutoFit/>
          </a:bodyPr>
          <a:lstStyle/>
          <a:p>
            <a:pPr algn="ctr">
              <a:lnSpc>
                <a:spcPts val="4800"/>
              </a:lnSpc>
            </a:pPr>
            <a:r>
              <a:rPr lang="en-US" sz="4000" b="1" u="sng" dirty="0">
                <a:solidFill>
                  <a:schemeClr val="tx2"/>
                </a:solidFill>
              </a:rPr>
              <a:t>Faculty Distribution</a:t>
            </a:r>
            <a:br>
              <a:rPr lang="en-US" sz="5400" b="1" u="sng" dirty="0">
                <a:solidFill>
                  <a:schemeClr val="tx2"/>
                </a:solidFill>
              </a:rPr>
            </a:br>
            <a:endParaRPr lang="en-US" sz="4000" b="1" u="sng" dirty="0">
              <a:solidFill>
                <a:schemeClr val="tx2"/>
              </a:solidFill>
              <a:latin typeface="Oswald Bold"/>
              <a:ea typeface="Oswald Bold"/>
              <a:cs typeface="Oswald Bold"/>
              <a:sym typeface="Oswald Bold"/>
            </a:endParaRP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sp>
        <p:nvSpPr>
          <p:cNvPr id="48" name="Freeform 48"/>
          <p:cNvSpPr/>
          <p:nvPr/>
        </p:nvSpPr>
        <p:spPr>
          <a:xfrm>
            <a:off x="2105027" y="2169705"/>
            <a:ext cx="14097000" cy="5902134"/>
          </a:xfrm>
          <a:custGeom>
            <a:avLst/>
            <a:gdLst/>
            <a:ahLst/>
            <a:cxnLst/>
            <a:rect l="l" t="t" r="r" b="b"/>
            <a:pathLst>
              <a:path w="14097000" h="5905500">
                <a:moveTo>
                  <a:pt x="0" y="0"/>
                </a:moveTo>
                <a:lnTo>
                  <a:pt x="14097000" y="0"/>
                </a:lnTo>
                <a:lnTo>
                  <a:pt x="14097000" y="5905500"/>
                </a:lnTo>
                <a:lnTo>
                  <a:pt x="0" y="5905500"/>
                </a:lnTo>
                <a:lnTo>
                  <a:pt x="0" y="0"/>
                </a:lnTo>
                <a:close/>
              </a:path>
            </a:pathLst>
          </a:custGeom>
          <a:blipFill>
            <a:blip r:embed="rId8"/>
            <a:stretch>
              <a:fillRect t="-207" r="-52" b="-103"/>
            </a:stretch>
          </a:blipFill>
        </p:spPr>
        <p:txBody>
          <a:bodyPr/>
          <a:lstStyle/>
          <a:p>
            <a:endParaRPr lang="en-GB" dirty="0"/>
          </a:p>
        </p:txBody>
      </p:sp>
      <p:sp>
        <p:nvSpPr>
          <p:cNvPr id="50" name="Slide Number Placeholder 49">
            <a:extLst>
              <a:ext uri="{FF2B5EF4-FFF2-40B4-BE49-F238E27FC236}">
                <a16:creationId xmlns:a16="http://schemas.microsoft.com/office/drawing/2014/main" id="{317819DC-7FDB-39FB-1229-59D4E74605C4}"/>
              </a:ext>
            </a:extLst>
          </p:cNvPr>
          <p:cNvSpPr>
            <a:spLocks noGrp="1"/>
          </p:cNvSpPr>
          <p:nvPr>
            <p:ph type="sldNum" sz="quarter" idx="12"/>
          </p:nvPr>
        </p:nvSpPr>
        <p:spPr/>
        <p:txBody>
          <a:bodyPr/>
          <a:lstStyle/>
          <a:p>
            <a:fld id="{423330D0-7765-4A3C-A4FF-DA7B71076211}" type="slidenum">
              <a:rPr lang="en-US" smtClean="0"/>
              <a:t>5</a:t>
            </a:fld>
            <a:endParaRPr lang="en-US"/>
          </a:p>
        </p:txBody>
      </p:sp>
      <p:sp>
        <p:nvSpPr>
          <p:cNvPr id="49" name="Rectangle 48">
            <a:extLst>
              <a:ext uri="{FF2B5EF4-FFF2-40B4-BE49-F238E27FC236}">
                <a16:creationId xmlns:a16="http://schemas.microsoft.com/office/drawing/2014/main" id="{9F589079-7742-10AD-F3D3-9BF14D5FD113}"/>
              </a:ext>
            </a:extLst>
          </p:cNvPr>
          <p:cNvSpPr/>
          <p:nvPr/>
        </p:nvSpPr>
        <p:spPr>
          <a:xfrm>
            <a:off x="2391677" y="2547468"/>
            <a:ext cx="3722651" cy="10025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1896A7C-E073-AC5D-3665-26440E093ACC}"/>
              </a:ext>
            </a:extLst>
          </p:cNvPr>
          <p:cNvSpPr/>
          <p:nvPr/>
        </p:nvSpPr>
        <p:spPr>
          <a:xfrm>
            <a:off x="7872615" y="7730614"/>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62627" y="5280147"/>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1231106"/>
          </a:xfrm>
          <a:prstGeom prst="rect">
            <a:avLst/>
          </a:prstGeom>
        </p:spPr>
        <p:txBody>
          <a:bodyPr lIns="0" tIns="0" rIns="0" bIns="0" rtlCol="0" anchor="t">
            <a:spAutoFit/>
          </a:bodyPr>
          <a:lstStyle/>
          <a:p>
            <a:pPr algn="ctr">
              <a:lnSpc>
                <a:spcPts val="4800"/>
              </a:lnSpc>
            </a:pPr>
            <a:r>
              <a:rPr lang="en-US" sz="4000" b="1" u="sng" dirty="0">
                <a:solidFill>
                  <a:schemeClr val="tx2"/>
                </a:solidFill>
              </a:rPr>
              <a:t> Academic Year Representation</a:t>
            </a:r>
            <a:br>
              <a:rPr lang="en-US" sz="6000" dirty="0"/>
            </a:br>
            <a:endParaRPr lang="en-US" sz="4000" b="1" dirty="0">
              <a:solidFill>
                <a:srgbClr val="0E00B4"/>
              </a:solidFill>
              <a:latin typeface="Oswald Bold"/>
              <a:ea typeface="Oswald Bold"/>
              <a:cs typeface="Oswald Bold"/>
              <a:sym typeface="Oswald Bold"/>
            </a:endParaRP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sp>
        <p:nvSpPr>
          <p:cNvPr id="48" name="Freeform 48"/>
          <p:cNvSpPr/>
          <p:nvPr/>
        </p:nvSpPr>
        <p:spPr>
          <a:xfrm>
            <a:off x="1995489" y="1674191"/>
            <a:ext cx="15887764" cy="6672861"/>
          </a:xfrm>
          <a:custGeom>
            <a:avLst/>
            <a:gdLst/>
            <a:ahLst/>
            <a:cxnLst/>
            <a:rect l="l" t="t" r="r" b="b"/>
            <a:pathLst>
              <a:path w="13696057" h="5752344">
                <a:moveTo>
                  <a:pt x="0" y="0"/>
                </a:moveTo>
                <a:lnTo>
                  <a:pt x="13696057" y="0"/>
                </a:lnTo>
                <a:lnTo>
                  <a:pt x="13696057" y="5752344"/>
                </a:lnTo>
                <a:lnTo>
                  <a:pt x="0" y="5752344"/>
                </a:lnTo>
                <a:lnTo>
                  <a:pt x="0" y="0"/>
                </a:lnTo>
                <a:close/>
              </a:path>
            </a:pathLst>
          </a:custGeom>
          <a:blipFill>
            <a:blip r:embed="rId8"/>
            <a:stretch>
              <a:fillRect/>
            </a:stretch>
          </a:blipFill>
        </p:spPr>
        <p:txBody>
          <a:bodyPr/>
          <a:lstStyle/>
          <a:p>
            <a:endParaRPr lang="en-GB"/>
          </a:p>
        </p:txBody>
      </p:sp>
      <p:sp>
        <p:nvSpPr>
          <p:cNvPr id="50" name="Slide Number Placeholder 49">
            <a:extLst>
              <a:ext uri="{FF2B5EF4-FFF2-40B4-BE49-F238E27FC236}">
                <a16:creationId xmlns:a16="http://schemas.microsoft.com/office/drawing/2014/main" id="{90249C45-5775-B65D-2E3C-2FEA77FC3BCB}"/>
              </a:ext>
            </a:extLst>
          </p:cNvPr>
          <p:cNvSpPr>
            <a:spLocks noGrp="1"/>
          </p:cNvSpPr>
          <p:nvPr>
            <p:ph type="sldNum" sz="quarter" idx="12"/>
          </p:nvPr>
        </p:nvSpPr>
        <p:spPr/>
        <p:txBody>
          <a:bodyPr/>
          <a:lstStyle/>
          <a:p>
            <a:fld id="{423330D0-7765-4A3C-A4FF-DA7B71076211}" type="slidenum">
              <a:rPr lang="en-US" smtClean="0"/>
              <a:t>6</a:t>
            </a:fld>
            <a:endParaRPr lang="en-US"/>
          </a:p>
        </p:txBody>
      </p:sp>
      <p:sp>
        <p:nvSpPr>
          <p:cNvPr id="51" name="Rectangle 50">
            <a:extLst>
              <a:ext uri="{FF2B5EF4-FFF2-40B4-BE49-F238E27FC236}">
                <a16:creationId xmlns:a16="http://schemas.microsoft.com/office/drawing/2014/main" id="{FC055D56-C73D-0649-29A5-E4F868101E23}"/>
              </a:ext>
            </a:extLst>
          </p:cNvPr>
          <p:cNvSpPr/>
          <p:nvPr/>
        </p:nvSpPr>
        <p:spPr>
          <a:xfrm>
            <a:off x="2295527" y="2163131"/>
            <a:ext cx="5586406" cy="11265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1530CF5-63DD-4513-8F2B-CD4CBD29900C}"/>
              </a:ext>
            </a:extLst>
          </p:cNvPr>
          <p:cNvSpPr/>
          <p:nvPr/>
        </p:nvSpPr>
        <p:spPr>
          <a:xfrm>
            <a:off x="8655119" y="7896003"/>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r>
              <a:rPr lang="en-US" dirty="0"/>
              <a:t>H</a:t>
            </a:r>
            <a:endParaRPr lang="en-GB" dirty="0"/>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1071560" y="977639"/>
            <a:ext cx="15251466" cy="1231106"/>
          </a:xfrm>
          <a:prstGeom prst="rect">
            <a:avLst/>
          </a:prstGeom>
        </p:spPr>
        <p:txBody>
          <a:bodyPr wrap="square"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Higher education after completing</a:t>
            </a:r>
          </a:p>
          <a:p>
            <a:pPr algn="ctr">
              <a:lnSpc>
                <a:spcPts val="4800"/>
              </a:lnSpc>
            </a:pPr>
            <a:r>
              <a:rPr lang="en-US" sz="4000" b="1" u="sng" dirty="0">
                <a:solidFill>
                  <a:schemeClr val="tx2"/>
                </a:solidFill>
                <a:latin typeface="Calibri (Body)"/>
                <a:ea typeface="Oswald Bold"/>
                <a:cs typeface="Oswald Bold"/>
                <a:sym typeface="Oswald Bold"/>
              </a:rPr>
              <a:t>Graduation in </a:t>
            </a:r>
            <a:r>
              <a:rPr lang="en-US" sz="4000" b="1" u="sng" dirty="0" err="1">
                <a:solidFill>
                  <a:schemeClr val="tx2"/>
                </a:solidFill>
                <a:latin typeface="Calibri (Body)"/>
                <a:ea typeface="Oswald Bold"/>
                <a:cs typeface="Oswald Bold"/>
                <a:sym typeface="Oswald Bold"/>
              </a:rPr>
              <a:t>sliit</a:t>
            </a:r>
            <a:endParaRPr lang="en-US" sz="4000" b="1" u="sng" dirty="0">
              <a:solidFill>
                <a:schemeClr val="tx2"/>
              </a:solidFill>
              <a:latin typeface="Calibri (Body)"/>
              <a:ea typeface="Oswald Bold"/>
              <a:cs typeface="Oswald Bold"/>
              <a:sym typeface="Oswald Bold"/>
            </a:endParaRP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8" name="Picture 47" descr="Forms response chart. Question title: 04.Do you plan to migrate for higher studies after completing your  degree at SLIIT?&#10;&#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031487" y="2199080"/>
            <a:ext cx="15997219" cy="6730454"/>
          </a:xfrm>
          <a:prstGeom prst="rect">
            <a:avLst/>
          </a:prstGeom>
          <a:noFill/>
          <a:ln>
            <a:noFill/>
          </a:ln>
        </p:spPr>
      </p:pic>
      <p:sp>
        <p:nvSpPr>
          <p:cNvPr id="50" name="Slide Number Placeholder 49">
            <a:extLst>
              <a:ext uri="{FF2B5EF4-FFF2-40B4-BE49-F238E27FC236}">
                <a16:creationId xmlns:a16="http://schemas.microsoft.com/office/drawing/2014/main" id="{E5C7A8CE-8B69-1D93-F752-EDAB93D378A8}"/>
              </a:ext>
            </a:extLst>
          </p:cNvPr>
          <p:cNvSpPr>
            <a:spLocks noGrp="1"/>
          </p:cNvSpPr>
          <p:nvPr>
            <p:ph type="sldNum" sz="quarter" idx="12"/>
          </p:nvPr>
        </p:nvSpPr>
        <p:spPr/>
        <p:txBody>
          <a:bodyPr/>
          <a:lstStyle/>
          <a:p>
            <a:fld id="{423330D0-7765-4A3C-A4FF-DA7B71076211}" type="slidenum">
              <a:rPr lang="en-US" smtClean="0"/>
              <a:t>7</a:t>
            </a:fld>
            <a:endParaRPr lang="en-US"/>
          </a:p>
        </p:txBody>
      </p:sp>
      <p:sp>
        <p:nvSpPr>
          <p:cNvPr id="49" name="Rectangle 48">
            <a:extLst>
              <a:ext uri="{FF2B5EF4-FFF2-40B4-BE49-F238E27FC236}">
                <a16:creationId xmlns:a16="http://schemas.microsoft.com/office/drawing/2014/main" id="{368D88CE-D428-7E4F-15EF-666387B6ED3E}"/>
              </a:ext>
            </a:extLst>
          </p:cNvPr>
          <p:cNvSpPr/>
          <p:nvPr/>
        </p:nvSpPr>
        <p:spPr>
          <a:xfrm>
            <a:off x="2161875" y="2552700"/>
            <a:ext cx="14008601" cy="12686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526CFE1-952D-C3CF-B3C1-25A3571E919A}"/>
              </a:ext>
            </a:extLst>
          </p:cNvPr>
          <p:cNvSpPr/>
          <p:nvPr/>
        </p:nvSpPr>
        <p:spPr>
          <a:xfrm>
            <a:off x="7883592" y="8282952"/>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609600"/>
          </a:xfrm>
          <a:prstGeom prst="rect">
            <a:avLst/>
          </a:prstGeom>
        </p:spPr>
        <p:txBody>
          <a:bodyPr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Migration for higher education</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8" name="Picture 47" descr="Forms response chart. Question title: 05. If yes, why have you considered migrating for higher studies?&#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186925" y="1973650"/>
            <a:ext cx="14460538" cy="6874935"/>
          </a:xfrm>
          <a:prstGeom prst="rect">
            <a:avLst/>
          </a:prstGeom>
          <a:noFill/>
          <a:ln>
            <a:noFill/>
          </a:ln>
        </p:spPr>
      </p:pic>
      <p:sp>
        <p:nvSpPr>
          <p:cNvPr id="50" name="Slide Number Placeholder 49">
            <a:extLst>
              <a:ext uri="{FF2B5EF4-FFF2-40B4-BE49-F238E27FC236}">
                <a16:creationId xmlns:a16="http://schemas.microsoft.com/office/drawing/2014/main" id="{A599A619-BC0B-EC02-12EA-FFC46A134932}"/>
              </a:ext>
            </a:extLst>
          </p:cNvPr>
          <p:cNvSpPr>
            <a:spLocks noGrp="1"/>
          </p:cNvSpPr>
          <p:nvPr>
            <p:ph type="sldNum" sz="quarter" idx="12"/>
          </p:nvPr>
        </p:nvSpPr>
        <p:spPr/>
        <p:txBody>
          <a:bodyPr/>
          <a:lstStyle/>
          <a:p>
            <a:fld id="{423330D0-7765-4A3C-A4FF-DA7B71076211}" type="slidenum">
              <a:rPr lang="en-US" smtClean="0"/>
              <a:t>8</a:t>
            </a:fld>
            <a:endParaRPr lang="en-US"/>
          </a:p>
        </p:txBody>
      </p:sp>
      <p:sp>
        <p:nvSpPr>
          <p:cNvPr id="49" name="Rectangle 48">
            <a:extLst>
              <a:ext uri="{FF2B5EF4-FFF2-40B4-BE49-F238E27FC236}">
                <a16:creationId xmlns:a16="http://schemas.microsoft.com/office/drawing/2014/main" id="{1CF3F64B-8CD0-D6B6-8F73-99D71DADFCD0}"/>
              </a:ext>
            </a:extLst>
          </p:cNvPr>
          <p:cNvSpPr/>
          <p:nvPr/>
        </p:nvSpPr>
        <p:spPr>
          <a:xfrm>
            <a:off x="2295527" y="2166339"/>
            <a:ext cx="10875839" cy="10721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0D83EF6-CE2D-8EDB-AE78-4C7BE6E20D16}"/>
              </a:ext>
            </a:extLst>
          </p:cNvPr>
          <p:cNvSpPr/>
          <p:nvPr/>
        </p:nvSpPr>
        <p:spPr>
          <a:xfrm>
            <a:off x="7893119" y="8314895"/>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609600"/>
          </a:xfrm>
          <a:prstGeom prst="rect">
            <a:avLst/>
          </a:prstGeom>
        </p:spPr>
        <p:txBody>
          <a:bodyPr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Countries to migrate higher education </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9" name="Picture 48" descr="Forms response chart. Question title: 06 which country do you prefer to migrate for your higher studies?&#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019301" y="1774614"/>
            <a:ext cx="15459075" cy="6504043"/>
          </a:xfrm>
          <a:prstGeom prst="rect">
            <a:avLst/>
          </a:prstGeom>
          <a:noFill/>
          <a:ln>
            <a:noFill/>
          </a:ln>
        </p:spPr>
      </p:pic>
      <p:sp>
        <p:nvSpPr>
          <p:cNvPr id="50" name="Slide Number Placeholder 49">
            <a:extLst>
              <a:ext uri="{FF2B5EF4-FFF2-40B4-BE49-F238E27FC236}">
                <a16:creationId xmlns:a16="http://schemas.microsoft.com/office/drawing/2014/main" id="{DC15D2D9-770A-9C80-DFA4-6B5B7D5DDD29}"/>
              </a:ext>
            </a:extLst>
          </p:cNvPr>
          <p:cNvSpPr>
            <a:spLocks noGrp="1"/>
          </p:cNvSpPr>
          <p:nvPr>
            <p:ph type="sldNum" sz="quarter" idx="12"/>
          </p:nvPr>
        </p:nvSpPr>
        <p:spPr/>
        <p:txBody>
          <a:bodyPr/>
          <a:lstStyle/>
          <a:p>
            <a:fld id="{423330D0-7765-4A3C-A4FF-DA7B71076211}" type="slidenum">
              <a:rPr lang="en-US" smtClean="0"/>
              <a:t>9</a:t>
            </a:fld>
            <a:endParaRPr lang="en-US"/>
          </a:p>
        </p:txBody>
      </p:sp>
      <p:sp>
        <p:nvSpPr>
          <p:cNvPr id="48" name="Rectangle 47">
            <a:extLst>
              <a:ext uri="{FF2B5EF4-FFF2-40B4-BE49-F238E27FC236}">
                <a16:creationId xmlns:a16="http://schemas.microsoft.com/office/drawing/2014/main" id="{0F7F6FAA-D1A5-B730-0DE3-FFD8C85D3667}"/>
              </a:ext>
            </a:extLst>
          </p:cNvPr>
          <p:cNvSpPr/>
          <p:nvPr/>
        </p:nvSpPr>
        <p:spPr>
          <a:xfrm>
            <a:off x="2276473" y="2476500"/>
            <a:ext cx="10894893" cy="1219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C2A2EFD2-20D0-EC08-DB11-A3141C88202C}"/>
              </a:ext>
            </a:extLst>
          </p:cNvPr>
          <p:cNvSpPr/>
          <p:nvPr/>
        </p:nvSpPr>
        <p:spPr>
          <a:xfrm>
            <a:off x="2276473" y="2172913"/>
            <a:ext cx="10236553" cy="5321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8B81547-2C0F-85AE-DBB7-6066258EEFDA}"/>
              </a:ext>
            </a:extLst>
          </p:cNvPr>
          <p:cNvSpPr/>
          <p:nvPr/>
        </p:nvSpPr>
        <p:spPr>
          <a:xfrm>
            <a:off x="7870105" y="8192544"/>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05</a:t>
            </a:r>
          </a:p>
        </p:txBody>
      </p:sp>
    </p:spTree>
    <p:extLst>
      <p:ext uri="{BB962C8B-B14F-4D97-AF65-F5344CB8AC3E}">
        <p14:creationId xmlns:p14="http://schemas.microsoft.com/office/powerpoint/2010/main" val="1976215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4518126" y="5285590"/>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609600"/>
          </a:xfrm>
          <a:prstGeom prst="rect">
            <a:avLst/>
          </a:prstGeom>
        </p:spPr>
        <p:txBody>
          <a:bodyPr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Plans to study abroad</a:t>
            </a:r>
            <a:r>
              <a:rPr lang="en-US" sz="4000" b="1" u="sng" dirty="0">
                <a:solidFill>
                  <a:schemeClr val="tx2"/>
                </a:solidFill>
                <a:latin typeface="Oswald Bold"/>
                <a:ea typeface="Oswald Bold"/>
                <a:cs typeface="Oswald Bold"/>
                <a:sym typeface="Oswald Bold"/>
              </a:rPr>
              <a:t>.</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8" name="Picture 47" descr="Forms response chart. Question title: 07.How are you planning to afford studies abroad?&#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054224" y="1485085"/>
            <a:ext cx="14460538" cy="6874935"/>
          </a:xfrm>
          <a:prstGeom prst="rect">
            <a:avLst/>
          </a:prstGeom>
          <a:noFill/>
          <a:ln>
            <a:noFill/>
          </a:ln>
        </p:spPr>
      </p:pic>
      <p:sp>
        <p:nvSpPr>
          <p:cNvPr id="50" name="Slide Number Placeholder 49">
            <a:extLst>
              <a:ext uri="{FF2B5EF4-FFF2-40B4-BE49-F238E27FC236}">
                <a16:creationId xmlns:a16="http://schemas.microsoft.com/office/drawing/2014/main" id="{8B739086-BEA8-4E2B-846F-0E108A978B8D}"/>
              </a:ext>
            </a:extLst>
          </p:cNvPr>
          <p:cNvSpPr>
            <a:spLocks noGrp="1"/>
          </p:cNvSpPr>
          <p:nvPr>
            <p:ph type="sldNum" sz="quarter" idx="12"/>
          </p:nvPr>
        </p:nvSpPr>
        <p:spPr/>
        <p:txBody>
          <a:bodyPr/>
          <a:lstStyle/>
          <a:p>
            <a:fld id="{423330D0-7765-4A3C-A4FF-DA7B71076211}" type="slidenum">
              <a:rPr lang="en-US" smtClean="0"/>
              <a:t>10</a:t>
            </a:fld>
            <a:endParaRPr lang="en-US"/>
          </a:p>
        </p:txBody>
      </p:sp>
      <p:sp>
        <p:nvSpPr>
          <p:cNvPr id="52" name="Rectangle 51">
            <a:extLst>
              <a:ext uri="{FF2B5EF4-FFF2-40B4-BE49-F238E27FC236}">
                <a16:creationId xmlns:a16="http://schemas.microsoft.com/office/drawing/2014/main" id="{1A1C721C-3F03-5925-493C-565727F3C33E}"/>
              </a:ext>
            </a:extLst>
          </p:cNvPr>
          <p:cNvSpPr/>
          <p:nvPr/>
        </p:nvSpPr>
        <p:spPr>
          <a:xfrm>
            <a:off x="2276473" y="1777182"/>
            <a:ext cx="7447553" cy="12855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4BFF1420-5997-395D-1939-0D8AE91F4EA8}"/>
              </a:ext>
            </a:extLst>
          </p:cNvPr>
          <p:cNvSpPr/>
          <p:nvPr/>
        </p:nvSpPr>
        <p:spPr>
          <a:xfrm>
            <a:off x="7877310" y="8215522"/>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06</a:t>
            </a:r>
          </a:p>
        </p:txBody>
      </p:sp>
    </p:spTree>
    <p:extLst>
      <p:ext uri="{BB962C8B-B14F-4D97-AF65-F5344CB8AC3E}">
        <p14:creationId xmlns:p14="http://schemas.microsoft.com/office/powerpoint/2010/main" val="4032396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609600"/>
          </a:xfrm>
          <a:prstGeom prst="rect">
            <a:avLst/>
          </a:prstGeom>
        </p:spPr>
        <p:txBody>
          <a:bodyPr lIns="0" tIns="0" rIns="0" bIns="0" rtlCol="0" anchor="t">
            <a:spAutoFit/>
          </a:bodyPr>
          <a:lstStyle/>
          <a:p>
            <a:pPr algn="ctr">
              <a:lnSpc>
                <a:spcPts val="4800"/>
              </a:lnSpc>
            </a:pPr>
            <a:r>
              <a:rPr lang="en-GB" sz="4000" b="1" u="sng" dirty="0">
                <a:solidFill>
                  <a:schemeClr val="tx2"/>
                </a:solidFill>
                <a:latin typeface="Calibri (Body)"/>
                <a:ea typeface="Oswald Bold"/>
                <a:cs typeface="Oswald Bold"/>
                <a:sym typeface="Oswald Bold"/>
              </a:rPr>
              <a:t> Main barriers about studying abroad.</a:t>
            </a:r>
            <a:endParaRPr lang="en-US" sz="4000" b="1" u="sng" dirty="0">
              <a:solidFill>
                <a:schemeClr val="tx2"/>
              </a:solidFill>
              <a:latin typeface="Calibri (Body)"/>
              <a:ea typeface="Oswald Bold"/>
              <a:cs typeface="Oswald Bold"/>
              <a:sym typeface="Oswald Bold"/>
            </a:endParaRP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8" name="Picture 47" descr="Forms response chart. Question title: 08.What are the main barriers about studying abroad?&#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009776" y="1516303"/>
            <a:ext cx="15656910" cy="6587277"/>
          </a:xfrm>
          <a:prstGeom prst="rect">
            <a:avLst/>
          </a:prstGeom>
          <a:noFill/>
          <a:ln>
            <a:noFill/>
          </a:ln>
        </p:spPr>
      </p:pic>
      <p:sp>
        <p:nvSpPr>
          <p:cNvPr id="50" name="Slide Number Placeholder 49">
            <a:extLst>
              <a:ext uri="{FF2B5EF4-FFF2-40B4-BE49-F238E27FC236}">
                <a16:creationId xmlns:a16="http://schemas.microsoft.com/office/drawing/2014/main" id="{E9E5B153-D474-C2B7-A918-655228273FE1}"/>
              </a:ext>
            </a:extLst>
          </p:cNvPr>
          <p:cNvSpPr>
            <a:spLocks noGrp="1"/>
          </p:cNvSpPr>
          <p:nvPr>
            <p:ph type="sldNum" sz="quarter" idx="12"/>
          </p:nvPr>
        </p:nvSpPr>
        <p:spPr/>
        <p:txBody>
          <a:bodyPr/>
          <a:lstStyle/>
          <a:p>
            <a:fld id="{423330D0-7765-4A3C-A4FF-DA7B71076211}" type="slidenum">
              <a:rPr lang="en-US" smtClean="0"/>
              <a:t>11</a:t>
            </a:fld>
            <a:endParaRPr lang="en-US"/>
          </a:p>
        </p:txBody>
      </p:sp>
      <p:sp>
        <p:nvSpPr>
          <p:cNvPr id="51" name="Rectangle 50">
            <a:extLst>
              <a:ext uri="{FF2B5EF4-FFF2-40B4-BE49-F238E27FC236}">
                <a16:creationId xmlns:a16="http://schemas.microsoft.com/office/drawing/2014/main" id="{7A0E1B1C-C67A-6E62-C5DD-0863BCB89828}"/>
              </a:ext>
            </a:extLst>
          </p:cNvPr>
          <p:cNvSpPr/>
          <p:nvPr/>
        </p:nvSpPr>
        <p:spPr>
          <a:xfrm>
            <a:off x="2410097" y="2073084"/>
            <a:ext cx="8556501" cy="609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A166A3D-20C0-2C5B-81FA-47ACB8199B82}"/>
              </a:ext>
            </a:extLst>
          </p:cNvPr>
          <p:cNvSpPr/>
          <p:nvPr/>
        </p:nvSpPr>
        <p:spPr>
          <a:xfrm>
            <a:off x="2410097" y="2377884"/>
            <a:ext cx="2063047" cy="6564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5A48CB5-6252-692A-B026-55ACE23272C7}"/>
              </a:ext>
            </a:extLst>
          </p:cNvPr>
          <p:cNvSpPr/>
          <p:nvPr/>
        </p:nvSpPr>
        <p:spPr>
          <a:xfrm>
            <a:off x="7872615" y="8028809"/>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07</a:t>
            </a:r>
          </a:p>
        </p:txBody>
      </p:sp>
    </p:spTree>
    <p:extLst>
      <p:ext uri="{BB962C8B-B14F-4D97-AF65-F5344CB8AC3E}">
        <p14:creationId xmlns:p14="http://schemas.microsoft.com/office/powerpoint/2010/main" val="2511356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1052512" y="1036714"/>
            <a:ext cx="13810350" cy="609600"/>
          </a:xfrm>
          <a:prstGeom prst="rect">
            <a:avLst/>
          </a:prstGeom>
        </p:spPr>
        <p:txBody>
          <a:bodyPr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The </a:t>
            </a:r>
            <a:r>
              <a:rPr lang="en-US" sz="4000" b="1" u="sng" dirty="0" err="1">
                <a:solidFill>
                  <a:schemeClr val="tx2"/>
                </a:solidFill>
                <a:latin typeface="Calibri (Body)"/>
                <a:ea typeface="Oswald Bold"/>
                <a:cs typeface="Oswald Bold"/>
                <a:sym typeface="Oswald Bold"/>
              </a:rPr>
              <a:t>mainfactors</a:t>
            </a:r>
            <a:r>
              <a:rPr lang="en-US" sz="4000" b="1" u="sng" dirty="0">
                <a:solidFill>
                  <a:schemeClr val="tx2"/>
                </a:solidFill>
                <a:latin typeface="Calibri (Body)"/>
                <a:ea typeface="Oswald Bold"/>
                <a:cs typeface="Oswald Bold"/>
                <a:sym typeface="Oswald Bold"/>
              </a:rPr>
              <a:t> considered in choosing a country  to study</a:t>
            </a:r>
            <a:r>
              <a:rPr lang="en-US" sz="4000" b="1" dirty="0">
                <a:solidFill>
                  <a:srgbClr val="0E00B4"/>
                </a:solidFill>
                <a:latin typeface="Oswald Bold"/>
                <a:ea typeface="Oswald Bold"/>
                <a:cs typeface="Oswald Bold"/>
                <a:sym typeface="Oswald Bold"/>
              </a:rPr>
              <a:t>.</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9" name="Picture 48" descr="Forms response chart. Question title: 09.What are the main factors you are looking into when choosing a country to study?&#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95381" y="1637196"/>
            <a:ext cx="15997219" cy="6730454"/>
          </a:xfrm>
          <a:prstGeom prst="rect">
            <a:avLst/>
          </a:prstGeom>
          <a:noFill/>
          <a:ln>
            <a:noFill/>
          </a:ln>
        </p:spPr>
      </p:pic>
      <p:sp>
        <p:nvSpPr>
          <p:cNvPr id="50" name="Slide Number Placeholder 49">
            <a:extLst>
              <a:ext uri="{FF2B5EF4-FFF2-40B4-BE49-F238E27FC236}">
                <a16:creationId xmlns:a16="http://schemas.microsoft.com/office/drawing/2014/main" id="{0838B0C8-62CC-0180-AF10-737F74A69A6B}"/>
              </a:ext>
            </a:extLst>
          </p:cNvPr>
          <p:cNvSpPr>
            <a:spLocks noGrp="1"/>
          </p:cNvSpPr>
          <p:nvPr>
            <p:ph type="sldNum" sz="quarter" idx="12"/>
          </p:nvPr>
        </p:nvSpPr>
        <p:spPr/>
        <p:txBody>
          <a:bodyPr/>
          <a:lstStyle/>
          <a:p>
            <a:fld id="{423330D0-7765-4A3C-A4FF-DA7B71076211}" type="slidenum">
              <a:rPr lang="en-US" smtClean="0"/>
              <a:t>12</a:t>
            </a:fld>
            <a:endParaRPr lang="en-US"/>
          </a:p>
        </p:txBody>
      </p:sp>
      <p:sp>
        <p:nvSpPr>
          <p:cNvPr id="52" name="Rectangle 51">
            <a:extLst>
              <a:ext uri="{FF2B5EF4-FFF2-40B4-BE49-F238E27FC236}">
                <a16:creationId xmlns:a16="http://schemas.microsoft.com/office/drawing/2014/main" id="{63EF6D47-162C-8F4D-9569-7B310A0D2283}"/>
              </a:ext>
            </a:extLst>
          </p:cNvPr>
          <p:cNvSpPr/>
          <p:nvPr/>
        </p:nvSpPr>
        <p:spPr>
          <a:xfrm>
            <a:off x="1295400" y="2166339"/>
            <a:ext cx="14265626" cy="12071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A18FB0D-66BF-E739-9DCF-44D02569F1FE}"/>
              </a:ext>
            </a:extLst>
          </p:cNvPr>
          <p:cNvSpPr/>
          <p:nvPr/>
        </p:nvSpPr>
        <p:spPr>
          <a:xfrm>
            <a:off x="7872615" y="8060497"/>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08</a:t>
            </a:r>
          </a:p>
        </p:txBody>
      </p:sp>
    </p:spTree>
    <p:extLst>
      <p:ext uri="{BB962C8B-B14F-4D97-AF65-F5344CB8AC3E}">
        <p14:creationId xmlns:p14="http://schemas.microsoft.com/office/powerpoint/2010/main" val="4128071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2186925" y="932025"/>
            <a:ext cx="13810350" cy="609600"/>
          </a:xfrm>
          <a:prstGeom prst="rect">
            <a:avLst/>
          </a:prstGeom>
        </p:spPr>
        <p:txBody>
          <a:bodyPr lIns="0" tIns="0" rIns="0" bIns="0" rtlCol="0" anchor="t">
            <a:spAutoFit/>
          </a:bodyPr>
          <a:lstStyle/>
          <a:p>
            <a:pPr algn="ctr">
              <a:lnSpc>
                <a:spcPts val="4800"/>
              </a:lnSpc>
            </a:pPr>
            <a:r>
              <a:rPr lang="en-US" sz="4000" b="1" u="sng" dirty="0">
                <a:solidFill>
                  <a:schemeClr val="tx2"/>
                </a:solidFill>
                <a:latin typeface="Calibri (Body)"/>
                <a:ea typeface="Oswald Bold"/>
                <a:cs typeface="Oswald Bold"/>
                <a:sym typeface="Oswald Bold"/>
              </a:rPr>
              <a:t>Final Plans after higher education abroad. </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pic>
        <p:nvPicPr>
          <p:cNvPr id="49" name="Picture 48" descr="Forms response chart. Question title: 10.What are your plans after completing the higher studies abroad?&#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255623" y="1715086"/>
            <a:ext cx="14736851" cy="6198609"/>
          </a:xfrm>
          <a:prstGeom prst="rect">
            <a:avLst/>
          </a:prstGeom>
          <a:noFill/>
          <a:ln>
            <a:noFill/>
          </a:ln>
        </p:spPr>
      </p:pic>
      <p:sp>
        <p:nvSpPr>
          <p:cNvPr id="50" name="Slide Number Placeholder 49">
            <a:extLst>
              <a:ext uri="{FF2B5EF4-FFF2-40B4-BE49-F238E27FC236}">
                <a16:creationId xmlns:a16="http://schemas.microsoft.com/office/drawing/2014/main" id="{066CC84D-D217-7ECD-2366-216AF067AAF5}"/>
              </a:ext>
            </a:extLst>
          </p:cNvPr>
          <p:cNvSpPr>
            <a:spLocks noGrp="1"/>
          </p:cNvSpPr>
          <p:nvPr>
            <p:ph type="sldNum" sz="quarter" idx="12"/>
          </p:nvPr>
        </p:nvSpPr>
        <p:spPr/>
        <p:txBody>
          <a:bodyPr/>
          <a:lstStyle/>
          <a:p>
            <a:fld id="{423330D0-7765-4A3C-A4FF-DA7B71076211}" type="slidenum">
              <a:rPr lang="en-US" smtClean="0"/>
              <a:t>13</a:t>
            </a:fld>
            <a:endParaRPr lang="en-US"/>
          </a:p>
        </p:txBody>
      </p:sp>
      <p:sp>
        <p:nvSpPr>
          <p:cNvPr id="51" name="Rectangle 50">
            <a:extLst>
              <a:ext uri="{FF2B5EF4-FFF2-40B4-BE49-F238E27FC236}">
                <a16:creationId xmlns:a16="http://schemas.microsoft.com/office/drawing/2014/main" id="{4AAD04AE-22E7-B845-ACBC-743E82961337}"/>
              </a:ext>
            </a:extLst>
          </p:cNvPr>
          <p:cNvSpPr/>
          <p:nvPr/>
        </p:nvSpPr>
        <p:spPr>
          <a:xfrm>
            <a:off x="1514473" y="2115345"/>
            <a:ext cx="10998553" cy="8945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285CE95-5CAD-B243-1825-CF0A3D9A3C05}"/>
              </a:ext>
            </a:extLst>
          </p:cNvPr>
          <p:cNvSpPr/>
          <p:nvPr/>
        </p:nvSpPr>
        <p:spPr>
          <a:xfrm>
            <a:off x="7893119" y="7899875"/>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09</a:t>
            </a:r>
          </a:p>
        </p:txBody>
      </p:sp>
    </p:spTree>
    <p:extLst>
      <p:ext uri="{BB962C8B-B14F-4D97-AF65-F5344CB8AC3E}">
        <p14:creationId xmlns:p14="http://schemas.microsoft.com/office/powerpoint/2010/main" val="2596583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6" name="TextBox 46"/>
          <p:cNvSpPr txBox="1"/>
          <p:nvPr/>
        </p:nvSpPr>
        <p:spPr>
          <a:xfrm>
            <a:off x="617514" y="1032637"/>
            <a:ext cx="13810350" cy="615553"/>
          </a:xfrm>
          <a:prstGeom prst="rect">
            <a:avLst/>
          </a:prstGeom>
        </p:spPr>
        <p:txBody>
          <a:bodyPr lIns="0" tIns="0" rIns="0" bIns="0" rtlCol="0" anchor="t">
            <a:spAutoFit/>
          </a:bodyPr>
          <a:lstStyle/>
          <a:p>
            <a:pPr algn="ctr">
              <a:lnSpc>
                <a:spcPts val="4800"/>
              </a:lnSpc>
            </a:pPr>
            <a:r>
              <a:rPr lang="en-US" sz="4000" b="1" u="sng" dirty="0" err="1">
                <a:solidFill>
                  <a:schemeClr val="tx2"/>
                </a:solidFill>
                <a:latin typeface="Calibri (Body)"/>
                <a:ea typeface="Oswald Bold"/>
                <a:cs typeface="Oswald Bold"/>
                <a:sym typeface="Oswald Bold"/>
              </a:rPr>
              <a:t>Guideance</a:t>
            </a:r>
            <a:r>
              <a:rPr lang="en-US" sz="4000" b="1" u="sng" dirty="0">
                <a:solidFill>
                  <a:schemeClr val="tx2"/>
                </a:solidFill>
                <a:latin typeface="Calibri (Body)"/>
                <a:ea typeface="Oswald Bold"/>
                <a:cs typeface="Oswald Bold"/>
                <a:sym typeface="Oswald Bold"/>
              </a:rPr>
              <a:t>  and Support from SLIIT for higher education abroad</a:t>
            </a:r>
            <a:r>
              <a:rPr lang="en-US" sz="4000" b="1" dirty="0">
                <a:solidFill>
                  <a:srgbClr val="0E00B4"/>
                </a:solidFill>
                <a:latin typeface="Oswald Bold"/>
                <a:ea typeface="Oswald Bold"/>
                <a:cs typeface="Oswald Bold"/>
                <a:sym typeface="Oswald Bold"/>
              </a:rPr>
              <a:t>	 </a:t>
            </a:r>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dirty="0"/>
          </a:p>
        </p:txBody>
      </p:sp>
      <p:pic>
        <p:nvPicPr>
          <p:cNvPr id="49" name="Picture 48" descr="Forms response chart. Question title: 12. How are you satisfied with the guidance and support provided by SLIIT regarding higher studies abroad?&#10;. Number of responses: 127 responses."/>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873028" y="1691070"/>
            <a:ext cx="13165357" cy="6688170"/>
          </a:xfrm>
          <a:prstGeom prst="rect">
            <a:avLst/>
          </a:prstGeom>
          <a:noFill/>
          <a:ln>
            <a:noFill/>
          </a:ln>
        </p:spPr>
      </p:pic>
      <p:sp>
        <p:nvSpPr>
          <p:cNvPr id="63" name="AutoShape 19">
            <a:extLst>
              <a:ext uri="{FF2B5EF4-FFF2-40B4-BE49-F238E27FC236}">
                <a16:creationId xmlns:a16="http://schemas.microsoft.com/office/drawing/2014/main" id="{21C8998E-21B2-287A-4420-D8C2303D8164}"/>
              </a:ext>
            </a:extLst>
          </p:cNvPr>
          <p:cNvSpPr/>
          <p:nvPr/>
        </p:nvSpPr>
        <p:spPr>
          <a:xfrm rot="5393668">
            <a:off x="5301481" y="6558877"/>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6" name="AutoShape 19">
            <a:extLst>
              <a:ext uri="{FF2B5EF4-FFF2-40B4-BE49-F238E27FC236}">
                <a16:creationId xmlns:a16="http://schemas.microsoft.com/office/drawing/2014/main" id="{499F9FDA-0FC3-0DD3-3F8B-1C24FC263057}"/>
              </a:ext>
            </a:extLst>
          </p:cNvPr>
          <p:cNvSpPr/>
          <p:nvPr/>
        </p:nvSpPr>
        <p:spPr>
          <a:xfrm rot="5393668">
            <a:off x="4319675" y="9382561"/>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8" name="TextBox 46">
            <a:extLst>
              <a:ext uri="{FF2B5EF4-FFF2-40B4-BE49-F238E27FC236}">
                <a16:creationId xmlns:a16="http://schemas.microsoft.com/office/drawing/2014/main" id="{2A6F1E76-8770-90DC-BD42-0F7E5906DFAB}"/>
              </a:ext>
            </a:extLst>
          </p:cNvPr>
          <p:cNvSpPr txBox="1"/>
          <p:nvPr/>
        </p:nvSpPr>
        <p:spPr>
          <a:xfrm>
            <a:off x="401998" y="2328540"/>
            <a:ext cx="13810350" cy="609600"/>
          </a:xfrm>
          <a:prstGeom prst="rect">
            <a:avLst/>
          </a:prstGeom>
        </p:spPr>
        <p:txBody>
          <a:bodyPr lIns="0" tIns="0" rIns="0" bIns="0" rtlCol="0" anchor="t">
            <a:spAutoFit/>
          </a:bodyPr>
          <a:lstStyle/>
          <a:p>
            <a:pPr algn="ctr">
              <a:lnSpc>
                <a:spcPts val="4800"/>
              </a:lnSpc>
            </a:pPr>
            <a:endParaRPr lang="en-US" sz="4000" b="1" dirty="0">
              <a:solidFill>
                <a:srgbClr val="0E00B4"/>
              </a:solidFill>
              <a:latin typeface="Oswald Bold"/>
              <a:ea typeface="Oswald Bold"/>
              <a:cs typeface="Oswald Bold"/>
              <a:sym typeface="Oswald Bold"/>
            </a:endParaRPr>
          </a:p>
        </p:txBody>
      </p:sp>
      <p:sp>
        <p:nvSpPr>
          <p:cNvPr id="70" name="AutoShape 19">
            <a:extLst>
              <a:ext uri="{FF2B5EF4-FFF2-40B4-BE49-F238E27FC236}">
                <a16:creationId xmlns:a16="http://schemas.microsoft.com/office/drawing/2014/main" id="{AF369314-C30F-27C2-E8B6-A9135AA2A8DF}"/>
              </a:ext>
            </a:extLst>
          </p:cNvPr>
          <p:cNvSpPr/>
          <p:nvPr/>
        </p:nvSpPr>
        <p:spPr>
          <a:xfrm rot="5393668">
            <a:off x="2555611" y="10842606"/>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2" name="AutoShape 13">
            <a:extLst>
              <a:ext uri="{FF2B5EF4-FFF2-40B4-BE49-F238E27FC236}">
                <a16:creationId xmlns:a16="http://schemas.microsoft.com/office/drawing/2014/main" id="{97A4C251-2392-2A43-F0BC-7221D8741F56}"/>
              </a:ext>
            </a:extLst>
          </p:cNvPr>
          <p:cNvSpPr/>
          <p:nvPr/>
        </p:nvSpPr>
        <p:spPr>
          <a:xfrm>
            <a:off x="1860946" y="460849"/>
            <a:ext cx="19050" cy="10343677"/>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6" name="AutoShape 19">
            <a:extLst>
              <a:ext uri="{FF2B5EF4-FFF2-40B4-BE49-F238E27FC236}">
                <a16:creationId xmlns:a16="http://schemas.microsoft.com/office/drawing/2014/main" id="{AE9ACE38-8F89-1255-13D4-3B1C4A386EEF}"/>
              </a:ext>
            </a:extLst>
          </p:cNvPr>
          <p:cNvSpPr/>
          <p:nvPr/>
        </p:nvSpPr>
        <p:spPr>
          <a:xfrm rot="5393668">
            <a:off x="3383095" y="11473893"/>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50" name="Slide Number Placeholder 49">
            <a:extLst>
              <a:ext uri="{FF2B5EF4-FFF2-40B4-BE49-F238E27FC236}">
                <a16:creationId xmlns:a16="http://schemas.microsoft.com/office/drawing/2014/main" id="{0CDA10B7-1BE7-AF74-DCBB-40455F324BF6}"/>
              </a:ext>
            </a:extLst>
          </p:cNvPr>
          <p:cNvSpPr>
            <a:spLocks noGrp="1"/>
          </p:cNvSpPr>
          <p:nvPr>
            <p:ph type="sldNum" sz="quarter" idx="12"/>
          </p:nvPr>
        </p:nvSpPr>
        <p:spPr/>
        <p:txBody>
          <a:bodyPr/>
          <a:lstStyle/>
          <a:p>
            <a:fld id="{423330D0-7765-4A3C-A4FF-DA7B71076211}" type="slidenum">
              <a:rPr lang="en-US" smtClean="0"/>
              <a:t>14</a:t>
            </a:fld>
            <a:endParaRPr lang="en-US"/>
          </a:p>
        </p:txBody>
      </p:sp>
      <p:sp>
        <p:nvSpPr>
          <p:cNvPr id="48" name="Rectangle 47">
            <a:extLst>
              <a:ext uri="{FF2B5EF4-FFF2-40B4-BE49-F238E27FC236}">
                <a16:creationId xmlns:a16="http://schemas.microsoft.com/office/drawing/2014/main" id="{97ED3B41-8518-4B79-BE8B-055AD1338749}"/>
              </a:ext>
            </a:extLst>
          </p:cNvPr>
          <p:cNvSpPr/>
          <p:nvPr/>
        </p:nvSpPr>
        <p:spPr>
          <a:xfrm>
            <a:off x="2057400" y="2019300"/>
            <a:ext cx="13083744" cy="12610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63C5DA1-2EE6-FFAB-9E65-218C74E38681}"/>
              </a:ext>
            </a:extLst>
          </p:cNvPr>
          <p:cNvSpPr/>
          <p:nvPr/>
        </p:nvSpPr>
        <p:spPr>
          <a:xfrm>
            <a:off x="7868238" y="8057326"/>
            <a:ext cx="2520815" cy="374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Figure 10</a:t>
            </a:r>
          </a:p>
        </p:txBody>
      </p:sp>
    </p:spTree>
    <p:extLst>
      <p:ext uri="{BB962C8B-B14F-4D97-AF65-F5344CB8AC3E}">
        <p14:creationId xmlns:p14="http://schemas.microsoft.com/office/powerpoint/2010/main" val="182805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8" name="Freeform 48"/>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sp>
        <p:nvSpPr>
          <p:cNvPr id="50" name="TextBox 49">
            <a:extLst>
              <a:ext uri="{FF2B5EF4-FFF2-40B4-BE49-F238E27FC236}">
                <a16:creationId xmlns:a16="http://schemas.microsoft.com/office/drawing/2014/main" id="{46FC8E4E-5C75-5F20-ACC0-E4123489B44B}"/>
              </a:ext>
            </a:extLst>
          </p:cNvPr>
          <p:cNvSpPr txBox="1"/>
          <p:nvPr/>
        </p:nvSpPr>
        <p:spPr>
          <a:xfrm>
            <a:off x="2221773" y="2285922"/>
            <a:ext cx="9235440" cy="830997"/>
          </a:xfrm>
          <a:prstGeom prst="rect">
            <a:avLst/>
          </a:prstGeom>
          <a:noFill/>
        </p:spPr>
        <p:txBody>
          <a:bodyPr wrap="square">
            <a:spAutoFit/>
          </a:bodyPr>
          <a:lstStyle/>
          <a:p>
            <a:r>
              <a:rPr lang="en-US" sz="4800" b="1" dirty="0">
                <a:solidFill>
                  <a:srgbClr val="0070C0"/>
                </a:solidFill>
              </a:rPr>
              <a:t>Summary</a:t>
            </a:r>
            <a:endParaRPr lang="en-GB" sz="4800" dirty="0">
              <a:solidFill>
                <a:srgbClr val="0070C0"/>
              </a:solidFill>
            </a:endParaRPr>
          </a:p>
        </p:txBody>
      </p:sp>
      <p:sp>
        <p:nvSpPr>
          <p:cNvPr id="52" name="Rectangle 1">
            <a:extLst>
              <a:ext uri="{FF2B5EF4-FFF2-40B4-BE49-F238E27FC236}">
                <a16:creationId xmlns:a16="http://schemas.microsoft.com/office/drawing/2014/main" id="{CAD3D4AA-E514-137B-BF2D-16CE1751E8E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The goal of stress management is to lessen the detrimental effects of stress and enhance an individual's physical and mental health.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2C0344E5-83C2-1759-FB75-783A1EFF9533}"/>
              </a:ext>
            </a:extLst>
          </p:cNvPr>
          <p:cNvSpPr txBox="1"/>
          <p:nvPr/>
        </p:nvSpPr>
        <p:spPr>
          <a:xfrm>
            <a:off x="2001950" y="3804238"/>
            <a:ext cx="11273076" cy="2339102"/>
          </a:xfrm>
          <a:prstGeom prst="rect">
            <a:avLst/>
          </a:prstGeom>
          <a:noFill/>
        </p:spPr>
        <p:txBody>
          <a:bodyPr wrap="square">
            <a:spAutoFit/>
          </a:bodyPr>
          <a:lstStyle/>
          <a:p>
            <a:pPr marL="457200" indent="-457200">
              <a:buFont typeface="Arial" panose="020B0604020202020204" pitchFamily="34" charset="0"/>
              <a:buChar char="•"/>
            </a:pPr>
            <a:r>
              <a:rPr lang="en-US" sz="3200" dirty="0"/>
              <a:t>What is higher education ?</a:t>
            </a:r>
          </a:p>
          <a:p>
            <a:pPr marL="457200" indent="-457200">
              <a:buFont typeface="Arial" panose="020B0604020202020204" pitchFamily="34" charset="0"/>
              <a:buChar char="•"/>
            </a:pPr>
            <a:r>
              <a:rPr lang="en-US" sz="3200" dirty="0"/>
              <a:t>How to higher education ?</a:t>
            </a:r>
          </a:p>
          <a:p>
            <a:pPr marL="457200" indent="-457200">
              <a:buFont typeface="Arial" panose="020B0604020202020204" pitchFamily="34" charset="0"/>
              <a:buChar char="•"/>
            </a:pPr>
            <a:r>
              <a:rPr lang="en-US" sz="3200" dirty="0"/>
              <a:t>SLIIT student’s Preferences about </a:t>
            </a:r>
          </a:p>
          <a:p>
            <a:pPr marL="457200" indent="-457200">
              <a:buFont typeface="Arial" panose="020B0604020202020204" pitchFamily="34" charset="0"/>
              <a:buChar char="•"/>
            </a:pPr>
            <a:r>
              <a:rPr lang="en-US" sz="3200" dirty="0"/>
              <a:t>SLIIT student’s stress </a:t>
            </a:r>
            <a:r>
              <a:rPr lang="en-US" sz="3200"/>
              <a:t>management </a:t>
            </a:r>
            <a:endParaRPr lang="en-US" sz="3200" dirty="0"/>
          </a:p>
          <a:p>
            <a:endParaRPr lang="en-GB" dirty="0"/>
          </a:p>
        </p:txBody>
      </p:sp>
      <p:sp>
        <p:nvSpPr>
          <p:cNvPr id="49" name="Slide Number Placeholder 48">
            <a:extLst>
              <a:ext uri="{FF2B5EF4-FFF2-40B4-BE49-F238E27FC236}">
                <a16:creationId xmlns:a16="http://schemas.microsoft.com/office/drawing/2014/main" id="{08DE6C8C-E39B-36A4-ECFA-FE188690D20B}"/>
              </a:ext>
            </a:extLst>
          </p:cNvPr>
          <p:cNvSpPr>
            <a:spLocks noGrp="1"/>
          </p:cNvSpPr>
          <p:nvPr>
            <p:ph type="sldNum" sz="quarter" idx="12"/>
          </p:nvPr>
        </p:nvSpPr>
        <p:spPr/>
        <p:txBody>
          <a:bodyPr/>
          <a:lstStyle/>
          <a:p>
            <a:fld id="{423330D0-7765-4A3C-A4FF-DA7B71076211}" type="slidenum">
              <a:rPr lang="en-US" smtClean="0"/>
              <a:t>15</a:t>
            </a:fld>
            <a:endParaRPr lang="en-US"/>
          </a:p>
        </p:txBody>
      </p:sp>
    </p:spTree>
    <p:extLst>
      <p:ext uri="{BB962C8B-B14F-4D97-AF65-F5344CB8AC3E}">
        <p14:creationId xmlns:p14="http://schemas.microsoft.com/office/powerpoint/2010/main" val="840379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2711405" y="45624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9" name="AutoShape 9"/>
          <p:cNvSpPr/>
          <p:nvPr/>
        </p:nvSpPr>
        <p:spPr>
          <a:xfrm rot="5393668">
            <a:off x="702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8" name="Freeform 48"/>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a:p>
        </p:txBody>
      </p:sp>
      <p:sp>
        <p:nvSpPr>
          <p:cNvPr id="50" name="TextBox 49">
            <a:extLst>
              <a:ext uri="{FF2B5EF4-FFF2-40B4-BE49-F238E27FC236}">
                <a16:creationId xmlns:a16="http://schemas.microsoft.com/office/drawing/2014/main" id="{46FC8E4E-5C75-5F20-ACC0-E4123489B44B}"/>
              </a:ext>
            </a:extLst>
          </p:cNvPr>
          <p:cNvSpPr txBox="1"/>
          <p:nvPr/>
        </p:nvSpPr>
        <p:spPr>
          <a:xfrm>
            <a:off x="2171549" y="2478224"/>
            <a:ext cx="8896090" cy="1569660"/>
          </a:xfrm>
          <a:prstGeom prst="rect">
            <a:avLst/>
          </a:prstGeom>
          <a:noFill/>
        </p:spPr>
        <p:txBody>
          <a:bodyPr wrap="square">
            <a:spAutoFit/>
          </a:bodyPr>
          <a:lstStyle/>
          <a:p>
            <a:r>
              <a:rPr lang="en-US" sz="4800" b="1" dirty="0">
                <a:solidFill>
                  <a:srgbClr val="0070C0"/>
                </a:solidFill>
              </a:rPr>
              <a:t>References</a:t>
            </a:r>
          </a:p>
          <a:p>
            <a:endParaRPr lang="en-GB" sz="4800" dirty="0">
              <a:solidFill>
                <a:srgbClr val="0070C0"/>
              </a:solidFill>
            </a:endParaRPr>
          </a:p>
        </p:txBody>
      </p:sp>
      <p:sp>
        <p:nvSpPr>
          <p:cNvPr id="51" name="TextBox 50">
            <a:extLst>
              <a:ext uri="{FF2B5EF4-FFF2-40B4-BE49-F238E27FC236}">
                <a16:creationId xmlns:a16="http://schemas.microsoft.com/office/drawing/2014/main" id="{835C97F1-DD81-FB96-B625-BB33CD777077}"/>
              </a:ext>
            </a:extLst>
          </p:cNvPr>
          <p:cNvSpPr txBox="1"/>
          <p:nvPr/>
        </p:nvSpPr>
        <p:spPr>
          <a:xfrm>
            <a:off x="1741366" y="3925169"/>
            <a:ext cx="15574313" cy="3046988"/>
          </a:xfrm>
          <a:prstGeom prst="rect">
            <a:avLst/>
          </a:prstGeom>
          <a:noFill/>
        </p:spPr>
        <p:txBody>
          <a:bodyPr wrap="square">
            <a:spAutoFit/>
          </a:bodyPr>
          <a:lstStyle/>
          <a:p>
            <a:pPr>
              <a:buFont typeface="Wingdings" panose="05000000000000000000" pitchFamily="2" charset="2"/>
              <a:buChar char="Ø"/>
            </a:pPr>
            <a:r>
              <a:rPr lang="en-US" sz="3200" dirty="0"/>
              <a:t>Data Gathering  : Google Forms</a:t>
            </a:r>
          </a:p>
          <a:p>
            <a:pPr>
              <a:buFont typeface="Wingdings" panose="05000000000000000000" pitchFamily="2" charset="2"/>
              <a:buChar char="Ø"/>
            </a:pPr>
            <a:r>
              <a:rPr lang="en-US" sz="3200" dirty="0"/>
              <a:t> Responses  :127</a:t>
            </a:r>
          </a:p>
          <a:p>
            <a:pPr>
              <a:buFont typeface="Wingdings" panose="05000000000000000000" pitchFamily="2" charset="2"/>
              <a:buChar char="Ø"/>
            </a:pPr>
            <a:r>
              <a:rPr lang="en-US" sz="3200" dirty="0"/>
              <a:t> Undergraduates from SLIIT  </a:t>
            </a:r>
          </a:p>
          <a:p>
            <a:pPr>
              <a:buFont typeface="Wingdings" panose="05000000000000000000" pitchFamily="2" charset="2"/>
              <a:buChar char="Ø"/>
            </a:pPr>
            <a:r>
              <a:rPr lang="en-US" sz="3200" dirty="0"/>
              <a:t> Anonymous responses</a:t>
            </a:r>
          </a:p>
          <a:p>
            <a:pPr>
              <a:buFont typeface="Wingdings" panose="05000000000000000000" pitchFamily="2" charset="2"/>
              <a:buChar char="Ø"/>
            </a:pPr>
            <a:r>
              <a:rPr lang="en-US" sz="3200" dirty="0"/>
              <a:t> Google</a:t>
            </a:r>
          </a:p>
          <a:p>
            <a:endParaRPr lang="en-GB" sz="3200" dirty="0"/>
          </a:p>
        </p:txBody>
      </p:sp>
      <p:sp>
        <p:nvSpPr>
          <p:cNvPr id="52" name="Rectangle 1">
            <a:extLst>
              <a:ext uri="{FF2B5EF4-FFF2-40B4-BE49-F238E27FC236}">
                <a16:creationId xmlns:a16="http://schemas.microsoft.com/office/drawing/2014/main" id="{CAD3D4AA-E514-137B-BF2D-16CE1751E8E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The goal of stress management is to lessen the detrimental effects of stress and enhance an individual's physical and mental health.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Slide Number Placeholder 46">
            <a:extLst>
              <a:ext uri="{FF2B5EF4-FFF2-40B4-BE49-F238E27FC236}">
                <a16:creationId xmlns:a16="http://schemas.microsoft.com/office/drawing/2014/main" id="{1E13FEED-1BAD-B22F-F92C-BF3989E57D4F}"/>
              </a:ext>
            </a:extLst>
          </p:cNvPr>
          <p:cNvSpPr>
            <a:spLocks noGrp="1"/>
          </p:cNvSpPr>
          <p:nvPr>
            <p:ph type="sldNum" sz="quarter" idx="12"/>
          </p:nvPr>
        </p:nvSpPr>
        <p:spPr/>
        <p:txBody>
          <a:bodyPr/>
          <a:lstStyle/>
          <a:p>
            <a:fld id="{423330D0-7765-4A3C-A4FF-DA7B71076211}" type="slidenum">
              <a:rPr lang="en-US" smtClean="0"/>
              <a:t>16</a:t>
            </a:fld>
            <a:endParaRPr lang="en-US"/>
          </a:p>
        </p:txBody>
      </p:sp>
    </p:spTree>
    <p:extLst>
      <p:ext uri="{BB962C8B-B14F-4D97-AF65-F5344CB8AC3E}">
        <p14:creationId xmlns:p14="http://schemas.microsoft.com/office/powerpoint/2010/main" val="2314032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5393668">
            <a:off x="-3647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3" name="AutoShape 3"/>
          <p:cNvSpPr/>
          <p:nvPr/>
        </p:nvSpPr>
        <p:spPr>
          <a:xfrm rot="5393668">
            <a:off x="-2123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4" name="AutoShape 4"/>
          <p:cNvSpPr/>
          <p:nvPr/>
        </p:nvSpPr>
        <p:spPr>
          <a:xfrm rot="5393668">
            <a:off x="-599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5" name="AutoShape 5"/>
          <p:cNvSpPr/>
          <p:nvPr/>
        </p:nvSpPr>
        <p:spPr>
          <a:xfrm rot="5393668">
            <a:off x="92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6" name="AutoShape 6"/>
          <p:cNvSpPr/>
          <p:nvPr/>
        </p:nvSpPr>
        <p:spPr>
          <a:xfrm rot="5393668">
            <a:off x="244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7" name="AutoShape 7"/>
          <p:cNvSpPr/>
          <p:nvPr/>
        </p:nvSpPr>
        <p:spPr>
          <a:xfrm rot="5393668">
            <a:off x="397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8" name="AutoShape 8"/>
          <p:cNvSpPr/>
          <p:nvPr/>
        </p:nvSpPr>
        <p:spPr>
          <a:xfrm rot="5393668">
            <a:off x="549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9" name="AutoShape 9"/>
          <p:cNvSpPr/>
          <p:nvPr/>
        </p:nvSpPr>
        <p:spPr>
          <a:xfrm rot="5393668">
            <a:off x="8248020" y="5015386"/>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0" name="AutoShape 10"/>
          <p:cNvSpPr/>
          <p:nvPr/>
        </p:nvSpPr>
        <p:spPr>
          <a:xfrm rot="5393668">
            <a:off x="854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1" name="AutoShape 11"/>
          <p:cNvSpPr/>
          <p:nvPr/>
        </p:nvSpPr>
        <p:spPr>
          <a:xfrm rot="5393668">
            <a:off x="1006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2" name="AutoShape 12"/>
          <p:cNvSpPr/>
          <p:nvPr/>
        </p:nvSpPr>
        <p:spPr>
          <a:xfrm rot="5393668">
            <a:off x="1159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3" name="AutoShape 13"/>
          <p:cNvSpPr/>
          <p:nvPr/>
        </p:nvSpPr>
        <p:spPr>
          <a:xfrm>
            <a:off x="1033462" y="-170438"/>
            <a:ext cx="19050" cy="10343677"/>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4" name="AutoShape 14"/>
          <p:cNvSpPr/>
          <p:nvPr/>
        </p:nvSpPr>
        <p:spPr>
          <a:xfrm rot="5393668">
            <a:off x="-2885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5" name="AutoShape 15"/>
          <p:cNvSpPr/>
          <p:nvPr/>
        </p:nvSpPr>
        <p:spPr>
          <a:xfrm rot="5393668">
            <a:off x="-1361847"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6" name="AutoShape 16"/>
          <p:cNvSpPr/>
          <p:nvPr/>
        </p:nvSpPr>
        <p:spPr>
          <a:xfrm rot="5393668">
            <a:off x="16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7" name="AutoShape 17"/>
          <p:cNvSpPr/>
          <p:nvPr/>
        </p:nvSpPr>
        <p:spPr>
          <a:xfrm rot="5393668">
            <a:off x="168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8" name="AutoShape 18"/>
          <p:cNvSpPr/>
          <p:nvPr/>
        </p:nvSpPr>
        <p:spPr>
          <a:xfrm rot="5393668">
            <a:off x="321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19" name="AutoShape 19"/>
          <p:cNvSpPr/>
          <p:nvPr/>
        </p:nvSpPr>
        <p:spPr>
          <a:xfrm rot="5393668">
            <a:off x="473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0" name="AutoShape 20"/>
          <p:cNvSpPr/>
          <p:nvPr/>
        </p:nvSpPr>
        <p:spPr>
          <a:xfrm rot="5393668">
            <a:off x="6258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1" name="AutoShape 21"/>
          <p:cNvSpPr/>
          <p:nvPr/>
        </p:nvSpPr>
        <p:spPr>
          <a:xfrm rot="5393668">
            <a:off x="7782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2" name="AutoShape 22"/>
          <p:cNvSpPr/>
          <p:nvPr/>
        </p:nvSpPr>
        <p:spPr>
          <a:xfrm rot="5393668">
            <a:off x="9306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3" name="AutoShape 23"/>
          <p:cNvSpPr/>
          <p:nvPr/>
        </p:nvSpPr>
        <p:spPr>
          <a:xfrm rot="5393668">
            <a:off x="10830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sp>
        <p:nvSpPr>
          <p:cNvPr id="24" name="AutoShape 24"/>
          <p:cNvSpPr/>
          <p:nvPr/>
        </p:nvSpPr>
        <p:spPr>
          <a:xfrm rot="5393668">
            <a:off x="12354153" y="5162362"/>
            <a:ext cx="10343695" cy="0"/>
          </a:xfrm>
          <a:prstGeom prst="line">
            <a:avLst/>
          </a:prstGeom>
          <a:ln w="9525" cap="rnd">
            <a:solidFill>
              <a:srgbClr val="F3F3F3"/>
            </a:solidFill>
            <a:prstDash val="solid"/>
            <a:headEnd type="none" w="sm" len="sm"/>
            <a:tailEnd type="none" w="sm" len="sm"/>
          </a:ln>
        </p:spPr>
        <p:txBody>
          <a:bodyPr/>
          <a:lstStyle/>
          <a:p>
            <a:endParaRPr lang="en-GB" dirty="0"/>
          </a:p>
        </p:txBody>
      </p:sp>
      <p:grpSp>
        <p:nvGrpSpPr>
          <p:cNvPr id="25" name="Group 25"/>
          <p:cNvGrpSpPr/>
          <p:nvPr/>
        </p:nvGrpSpPr>
        <p:grpSpPr>
          <a:xfrm rot="8100000">
            <a:off x="3695962" y="8505938"/>
            <a:ext cx="245224" cy="245224"/>
            <a:chOff x="0" y="0"/>
            <a:chExt cx="326965" cy="326965"/>
          </a:xfrm>
        </p:grpSpPr>
        <p:sp>
          <p:nvSpPr>
            <p:cNvPr id="26" name="Freeform 26"/>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AFF000"/>
            </a:solidFill>
          </p:spPr>
          <p:txBody>
            <a:bodyPr/>
            <a:lstStyle/>
            <a:p>
              <a:endParaRPr lang="en-GB" dirty="0"/>
            </a:p>
          </p:txBody>
        </p:sp>
      </p:grpSp>
      <p:grpSp>
        <p:nvGrpSpPr>
          <p:cNvPr id="27" name="Group 27"/>
          <p:cNvGrpSpPr/>
          <p:nvPr/>
        </p:nvGrpSpPr>
        <p:grpSpPr>
          <a:xfrm rot="8100000">
            <a:off x="12049387" y="9045063"/>
            <a:ext cx="302374" cy="302374"/>
            <a:chOff x="0" y="0"/>
            <a:chExt cx="403165" cy="403165"/>
          </a:xfrm>
        </p:grpSpPr>
        <p:sp>
          <p:nvSpPr>
            <p:cNvPr id="28" name="Freeform 2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00CEF6"/>
            </a:solidFill>
          </p:spPr>
          <p:txBody>
            <a:bodyPr/>
            <a:lstStyle/>
            <a:p>
              <a:endParaRPr lang="en-GB" dirty="0"/>
            </a:p>
          </p:txBody>
        </p:sp>
      </p:grpSp>
      <p:grpSp>
        <p:nvGrpSpPr>
          <p:cNvPr id="29" name="Group 29"/>
          <p:cNvGrpSpPr/>
          <p:nvPr/>
        </p:nvGrpSpPr>
        <p:grpSpPr>
          <a:xfrm rot="8100000">
            <a:off x="14363962" y="9140338"/>
            <a:ext cx="245224" cy="245224"/>
            <a:chOff x="0" y="0"/>
            <a:chExt cx="326965" cy="326965"/>
          </a:xfrm>
        </p:grpSpPr>
        <p:sp>
          <p:nvSpPr>
            <p:cNvPr id="30" name="Freeform 30"/>
            <p:cNvSpPr/>
            <p:nvPr/>
          </p:nvSpPr>
          <p:spPr>
            <a:xfrm>
              <a:off x="0" y="0"/>
              <a:ext cx="326898" cy="326898"/>
            </a:xfrm>
            <a:custGeom>
              <a:avLst/>
              <a:gdLst/>
              <a:ahLst/>
              <a:cxnLst/>
              <a:rect l="l" t="t" r="r" b="b"/>
              <a:pathLst>
                <a:path w="326898" h="326898">
                  <a:moveTo>
                    <a:pt x="0" y="163449"/>
                  </a:moveTo>
                  <a:cubicBezTo>
                    <a:pt x="0" y="73152"/>
                    <a:pt x="73152" y="0"/>
                    <a:pt x="163449" y="0"/>
                  </a:cubicBezTo>
                  <a:cubicBezTo>
                    <a:pt x="217932" y="0"/>
                    <a:pt x="272415" y="0"/>
                    <a:pt x="326898" y="0"/>
                  </a:cubicBezTo>
                  <a:cubicBezTo>
                    <a:pt x="326898" y="54483"/>
                    <a:pt x="326898" y="108966"/>
                    <a:pt x="326898" y="163449"/>
                  </a:cubicBezTo>
                  <a:cubicBezTo>
                    <a:pt x="326898" y="253746"/>
                    <a:pt x="253746" y="326898"/>
                    <a:pt x="163449" y="326898"/>
                  </a:cubicBezTo>
                  <a:cubicBezTo>
                    <a:pt x="73152" y="326898"/>
                    <a:pt x="0" y="253746"/>
                    <a:pt x="0" y="163449"/>
                  </a:cubicBezTo>
                  <a:close/>
                </a:path>
              </a:pathLst>
            </a:custGeom>
            <a:solidFill>
              <a:srgbClr val="00CEF6"/>
            </a:solidFill>
          </p:spPr>
          <p:txBody>
            <a:bodyPr/>
            <a:lstStyle/>
            <a:p>
              <a:endParaRPr lang="en-GB" dirty="0"/>
            </a:p>
          </p:txBody>
        </p:sp>
      </p:grpSp>
      <p:grpSp>
        <p:nvGrpSpPr>
          <p:cNvPr id="31" name="Group 31"/>
          <p:cNvGrpSpPr/>
          <p:nvPr/>
        </p:nvGrpSpPr>
        <p:grpSpPr>
          <a:xfrm>
            <a:off x="5971875" y="9162875"/>
            <a:ext cx="248250" cy="248250"/>
            <a:chOff x="0" y="0"/>
            <a:chExt cx="331000" cy="331000"/>
          </a:xfrm>
        </p:grpSpPr>
        <p:sp>
          <p:nvSpPr>
            <p:cNvPr id="32" name="Freeform 32"/>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3" name="Group 33"/>
          <p:cNvGrpSpPr/>
          <p:nvPr/>
        </p:nvGrpSpPr>
        <p:grpSpPr>
          <a:xfrm>
            <a:off x="2161875" y="9734375"/>
            <a:ext cx="248250" cy="248250"/>
            <a:chOff x="0" y="0"/>
            <a:chExt cx="331000" cy="331000"/>
          </a:xfrm>
        </p:grpSpPr>
        <p:sp>
          <p:nvSpPr>
            <p:cNvPr id="34" name="Freeform 34"/>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5" name="Group 35"/>
          <p:cNvGrpSpPr/>
          <p:nvPr/>
        </p:nvGrpSpPr>
        <p:grpSpPr>
          <a:xfrm>
            <a:off x="9781875" y="9022539"/>
            <a:ext cx="248250" cy="248250"/>
            <a:chOff x="0" y="0"/>
            <a:chExt cx="331000" cy="331000"/>
          </a:xfrm>
        </p:grpSpPr>
        <p:sp>
          <p:nvSpPr>
            <p:cNvPr id="36" name="Freeform 36"/>
            <p:cNvSpPr/>
            <p:nvPr/>
          </p:nvSpPr>
          <p:spPr>
            <a:xfrm>
              <a:off x="0" y="0"/>
              <a:ext cx="330962" cy="330962"/>
            </a:xfrm>
            <a:custGeom>
              <a:avLst/>
              <a:gdLst/>
              <a:ahLst/>
              <a:cxnLst/>
              <a:rect l="l" t="t" r="r" b="b"/>
              <a:pathLst>
                <a:path w="330962" h="330962">
                  <a:moveTo>
                    <a:pt x="0" y="165481"/>
                  </a:moveTo>
                  <a:cubicBezTo>
                    <a:pt x="0" y="74041"/>
                    <a:pt x="74041" y="0"/>
                    <a:pt x="165481" y="0"/>
                  </a:cubicBezTo>
                  <a:lnTo>
                    <a:pt x="165481" y="12700"/>
                  </a:lnTo>
                  <a:lnTo>
                    <a:pt x="165481" y="0"/>
                  </a:lnTo>
                  <a:cubicBezTo>
                    <a:pt x="256921" y="0"/>
                    <a:pt x="330962" y="74041"/>
                    <a:pt x="330962" y="165481"/>
                  </a:cubicBezTo>
                  <a:lnTo>
                    <a:pt x="318262" y="165481"/>
                  </a:lnTo>
                  <a:lnTo>
                    <a:pt x="330962" y="165481"/>
                  </a:lnTo>
                  <a:cubicBezTo>
                    <a:pt x="330962" y="256921"/>
                    <a:pt x="256921" y="330962"/>
                    <a:pt x="165481" y="330962"/>
                  </a:cubicBezTo>
                  <a:lnTo>
                    <a:pt x="165481" y="318262"/>
                  </a:lnTo>
                  <a:lnTo>
                    <a:pt x="165481" y="330962"/>
                  </a:lnTo>
                  <a:cubicBezTo>
                    <a:pt x="74041" y="330962"/>
                    <a:pt x="0" y="256921"/>
                    <a:pt x="0" y="165481"/>
                  </a:cubicBezTo>
                  <a:lnTo>
                    <a:pt x="12700" y="165481"/>
                  </a:lnTo>
                  <a:lnTo>
                    <a:pt x="25400" y="165481"/>
                  </a:lnTo>
                  <a:lnTo>
                    <a:pt x="12700" y="165481"/>
                  </a:lnTo>
                  <a:lnTo>
                    <a:pt x="0" y="165481"/>
                  </a:lnTo>
                  <a:moveTo>
                    <a:pt x="25400" y="165481"/>
                  </a:moveTo>
                  <a:cubicBezTo>
                    <a:pt x="25400" y="172466"/>
                    <a:pt x="19685" y="178181"/>
                    <a:pt x="12700" y="178181"/>
                  </a:cubicBezTo>
                  <a:cubicBezTo>
                    <a:pt x="5715" y="178181"/>
                    <a:pt x="0" y="172466"/>
                    <a:pt x="0" y="165481"/>
                  </a:cubicBezTo>
                  <a:cubicBezTo>
                    <a:pt x="0" y="158496"/>
                    <a:pt x="5715" y="152781"/>
                    <a:pt x="12700" y="152781"/>
                  </a:cubicBezTo>
                  <a:cubicBezTo>
                    <a:pt x="19685" y="152781"/>
                    <a:pt x="25400" y="158496"/>
                    <a:pt x="25400" y="165481"/>
                  </a:cubicBezTo>
                  <a:cubicBezTo>
                    <a:pt x="25400" y="242824"/>
                    <a:pt x="88138" y="305562"/>
                    <a:pt x="165481" y="305562"/>
                  </a:cubicBezTo>
                  <a:cubicBezTo>
                    <a:pt x="242824" y="305562"/>
                    <a:pt x="305562" y="242824"/>
                    <a:pt x="305562" y="165481"/>
                  </a:cubicBezTo>
                  <a:cubicBezTo>
                    <a:pt x="305562" y="88138"/>
                    <a:pt x="242824" y="25400"/>
                    <a:pt x="165481" y="25400"/>
                  </a:cubicBezTo>
                  <a:lnTo>
                    <a:pt x="165481" y="12700"/>
                  </a:lnTo>
                  <a:lnTo>
                    <a:pt x="165481" y="25400"/>
                  </a:lnTo>
                  <a:cubicBezTo>
                    <a:pt x="88138" y="25400"/>
                    <a:pt x="25400" y="88138"/>
                    <a:pt x="25400" y="165481"/>
                  </a:cubicBezTo>
                  <a:close/>
                </a:path>
              </a:pathLst>
            </a:custGeom>
            <a:solidFill>
              <a:srgbClr val="3C78D8"/>
            </a:solidFill>
          </p:spPr>
          <p:txBody>
            <a:bodyPr/>
            <a:lstStyle/>
            <a:p>
              <a:endParaRPr lang="en-GB" dirty="0"/>
            </a:p>
          </p:txBody>
        </p:sp>
      </p:grpSp>
      <p:grpSp>
        <p:nvGrpSpPr>
          <p:cNvPr id="37" name="Group 37"/>
          <p:cNvGrpSpPr/>
          <p:nvPr/>
        </p:nvGrpSpPr>
        <p:grpSpPr>
          <a:xfrm rot="8100000">
            <a:off x="17371323" y="8629763"/>
            <a:ext cx="302374" cy="302374"/>
            <a:chOff x="0" y="0"/>
            <a:chExt cx="403165" cy="403165"/>
          </a:xfrm>
        </p:grpSpPr>
        <p:sp>
          <p:nvSpPr>
            <p:cNvPr id="38" name="Freeform 38"/>
            <p:cNvSpPr/>
            <p:nvPr/>
          </p:nvSpPr>
          <p:spPr>
            <a:xfrm>
              <a:off x="0" y="0"/>
              <a:ext cx="403225" cy="403225"/>
            </a:xfrm>
            <a:custGeom>
              <a:avLst/>
              <a:gdLst/>
              <a:ahLst/>
              <a:cxnLst/>
              <a:rect l="l" t="t" r="r" b="b"/>
              <a:pathLst>
                <a:path w="403225" h="403225">
                  <a:moveTo>
                    <a:pt x="0" y="201549"/>
                  </a:moveTo>
                  <a:cubicBezTo>
                    <a:pt x="0" y="90297"/>
                    <a:pt x="90297" y="0"/>
                    <a:pt x="201549" y="0"/>
                  </a:cubicBezTo>
                  <a:lnTo>
                    <a:pt x="365125" y="0"/>
                  </a:lnTo>
                  <a:cubicBezTo>
                    <a:pt x="386207" y="0"/>
                    <a:pt x="403225" y="17018"/>
                    <a:pt x="403225" y="38100"/>
                  </a:cubicBezTo>
                  <a:lnTo>
                    <a:pt x="403225" y="201549"/>
                  </a:lnTo>
                  <a:lnTo>
                    <a:pt x="365125" y="201549"/>
                  </a:lnTo>
                  <a:lnTo>
                    <a:pt x="403225" y="201549"/>
                  </a:lnTo>
                  <a:cubicBezTo>
                    <a:pt x="403225" y="312928"/>
                    <a:pt x="312928" y="403098"/>
                    <a:pt x="201676" y="403098"/>
                  </a:cubicBezTo>
                  <a:lnTo>
                    <a:pt x="201676" y="364998"/>
                  </a:lnTo>
                  <a:lnTo>
                    <a:pt x="201676" y="403098"/>
                  </a:lnTo>
                  <a:cubicBezTo>
                    <a:pt x="90297" y="403225"/>
                    <a:pt x="0" y="312928"/>
                    <a:pt x="0" y="201549"/>
                  </a:cubicBezTo>
                  <a:lnTo>
                    <a:pt x="38100" y="201549"/>
                  </a:lnTo>
                  <a:lnTo>
                    <a:pt x="0" y="201549"/>
                  </a:lnTo>
                  <a:moveTo>
                    <a:pt x="76200" y="201549"/>
                  </a:moveTo>
                  <a:lnTo>
                    <a:pt x="38100" y="201549"/>
                  </a:lnTo>
                  <a:lnTo>
                    <a:pt x="76200" y="201549"/>
                  </a:lnTo>
                  <a:cubicBezTo>
                    <a:pt x="76200" y="270764"/>
                    <a:pt x="132334" y="326898"/>
                    <a:pt x="201549" y="326898"/>
                  </a:cubicBezTo>
                  <a:cubicBezTo>
                    <a:pt x="270764" y="326898"/>
                    <a:pt x="326898" y="270764"/>
                    <a:pt x="326898" y="201549"/>
                  </a:cubicBezTo>
                  <a:lnTo>
                    <a:pt x="326898" y="38100"/>
                  </a:lnTo>
                  <a:lnTo>
                    <a:pt x="364998" y="38100"/>
                  </a:lnTo>
                  <a:lnTo>
                    <a:pt x="364998" y="76200"/>
                  </a:lnTo>
                  <a:lnTo>
                    <a:pt x="201549" y="76200"/>
                  </a:lnTo>
                  <a:lnTo>
                    <a:pt x="201549" y="38100"/>
                  </a:lnTo>
                  <a:lnTo>
                    <a:pt x="201549" y="76200"/>
                  </a:lnTo>
                  <a:cubicBezTo>
                    <a:pt x="132334" y="76200"/>
                    <a:pt x="76200" y="132334"/>
                    <a:pt x="76200" y="201549"/>
                  </a:cubicBezTo>
                  <a:close/>
                </a:path>
              </a:pathLst>
            </a:custGeom>
            <a:solidFill>
              <a:srgbClr val="AFF000"/>
            </a:solidFill>
          </p:spPr>
          <p:txBody>
            <a:bodyPr/>
            <a:lstStyle/>
            <a:p>
              <a:endParaRPr lang="en-GB" dirty="0"/>
            </a:p>
          </p:txBody>
        </p:sp>
      </p:grpSp>
      <p:sp>
        <p:nvSpPr>
          <p:cNvPr id="39" name="TextBox 39"/>
          <p:cNvSpPr txBox="1"/>
          <p:nvPr/>
        </p:nvSpPr>
        <p:spPr>
          <a:xfrm>
            <a:off x="17204975" y="9734300"/>
            <a:ext cx="914550" cy="461475"/>
          </a:xfrm>
          <a:prstGeom prst="rect">
            <a:avLst/>
          </a:prstGeom>
        </p:spPr>
        <p:txBody>
          <a:bodyPr lIns="0" tIns="0" rIns="0" bIns="0" rtlCol="0" anchor="t">
            <a:spAutoFit/>
          </a:bodyPr>
          <a:lstStyle/>
          <a:p>
            <a:pPr algn="r">
              <a:lnSpc>
                <a:spcPts val="2400"/>
              </a:lnSpc>
            </a:pPr>
            <a:r>
              <a:rPr lang="en-US" sz="2000" dirty="0">
                <a:solidFill>
                  <a:srgbClr val="FFFFFF"/>
                </a:solidFill>
                <a:latin typeface="Oswald"/>
                <a:ea typeface="Oswald"/>
                <a:cs typeface="Oswald"/>
                <a:sym typeface="Oswald"/>
              </a:rPr>
              <a:t>2</a:t>
            </a:r>
          </a:p>
        </p:txBody>
      </p:sp>
      <p:grpSp>
        <p:nvGrpSpPr>
          <p:cNvPr id="40" name="Group 40"/>
          <p:cNvGrpSpPr/>
          <p:nvPr/>
        </p:nvGrpSpPr>
        <p:grpSpPr>
          <a:xfrm>
            <a:off x="-53451" y="8894249"/>
            <a:ext cx="18421300" cy="6345250"/>
            <a:chOff x="0" y="0"/>
            <a:chExt cx="24561733" cy="8460333"/>
          </a:xfrm>
        </p:grpSpPr>
        <p:sp>
          <p:nvSpPr>
            <p:cNvPr id="41" name="Freeform 41"/>
            <p:cNvSpPr/>
            <p:nvPr/>
          </p:nvSpPr>
          <p:spPr>
            <a:xfrm>
              <a:off x="0" y="0"/>
              <a:ext cx="24561673" cy="8460105"/>
            </a:xfrm>
            <a:custGeom>
              <a:avLst/>
              <a:gdLst/>
              <a:ahLst/>
              <a:cxnLst/>
              <a:rect l="l" t="t" r="r" b="b"/>
              <a:pathLst>
                <a:path w="24561673" h="8460105">
                  <a:moveTo>
                    <a:pt x="20574" y="17526"/>
                  </a:moveTo>
                  <a:lnTo>
                    <a:pt x="1100074" y="752983"/>
                  </a:lnTo>
                  <a:lnTo>
                    <a:pt x="2103374" y="341503"/>
                  </a:lnTo>
                  <a:lnTo>
                    <a:pt x="4160774" y="332740"/>
                  </a:lnTo>
                  <a:lnTo>
                    <a:pt x="5176774" y="0"/>
                  </a:lnTo>
                  <a:lnTo>
                    <a:pt x="6192774" y="901827"/>
                  </a:lnTo>
                  <a:lnTo>
                    <a:pt x="7196074" y="1418463"/>
                  </a:lnTo>
                  <a:lnTo>
                    <a:pt x="8199374" y="1409700"/>
                  </a:lnTo>
                  <a:lnTo>
                    <a:pt x="9266174" y="691642"/>
                  </a:lnTo>
                  <a:lnTo>
                    <a:pt x="10269474" y="525272"/>
                  </a:lnTo>
                  <a:lnTo>
                    <a:pt x="11247374" y="156591"/>
                  </a:lnTo>
                  <a:lnTo>
                    <a:pt x="12288774" y="989330"/>
                  </a:lnTo>
                  <a:lnTo>
                    <a:pt x="13304774" y="1018159"/>
                  </a:lnTo>
                  <a:lnTo>
                    <a:pt x="14308074" y="1672209"/>
                  </a:lnTo>
                  <a:lnTo>
                    <a:pt x="15336774" y="1672209"/>
                  </a:lnTo>
                  <a:lnTo>
                    <a:pt x="16403574" y="1339469"/>
                  </a:lnTo>
                  <a:lnTo>
                    <a:pt x="17406874" y="1339469"/>
                  </a:lnTo>
                  <a:lnTo>
                    <a:pt x="18359374" y="761619"/>
                  </a:lnTo>
                  <a:lnTo>
                    <a:pt x="19438874" y="1120521"/>
                  </a:lnTo>
                  <a:lnTo>
                    <a:pt x="20391374" y="542671"/>
                  </a:lnTo>
                  <a:lnTo>
                    <a:pt x="22448774" y="533908"/>
                  </a:lnTo>
                  <a:lnTo>
                    <a:pt x="23452074" y="752729"/>
                  </a:lnTo>
                  <a:lnTo>
                    <a:pt x="24506174" y="183642"/>
                  </a:lnTo>
                  <a:lnTo>
                    <a:pt x="24561673" y="8460105"/>
                  </a:lnTo>
                  <a:lnTo>
                    <a:pt x="0" y="8424545"/>
                  </a:lnTo>
                  <a:close/>
                </a:path>
              </a:pathLst>
            </a:custGeom>
            <a:solidFill>
              <a:srgbClr val="AFF000"/>
            </a:solidFill>
          </p:spPr>
          <p:txBody>
            <a:bodyPr/>
            <a:lstStyle/>
            <a:p>
              <a:endParaRPr lang="en-GB" dirty="0"/>
            </a:p>
          </p:txBody>
        </p:sp>
      </p:grpSp>
      <p:grpSp>
        <p:nvGrpSpPr>
          <p:cNvPr id="42" name="Group 42"/>
          <p:cNvGrpSpPr/>
          <p:nvPr/>
        </p:nvGrpSpPr>
        <p:grpSpPr>
          <a:xfrm>
            <a:off x="-53451" y="9156899"/>
            <a:ext cx="18421300" cy="6082600"/>
            <a:chOff x="0" y="0"/>
            <a:chExt cx="24561733" cy="8110133"/>
          </a:xfrm>
        </p:grpSpPr>
        <p:sp>
          <p:nvSpPr>
            <p:cNvPr id="43" name="Freeform 43"/>
            <p:cNvSpPr/>
            <p:nvPr/>
          </p:nvSpPr>
          <p:spPr>
            <a:xfrm>
              <a:off x="0" y="127"/>
              <a:ext cx="24561673" cy="8110093"/>
            </a:xfrm>
            <a:custGeom>
              <a:avLst/>
              <a:gdLst/>
              <a:ahLst/>
              <a:cxnLst/>
              <a:rect l="l" t="t" r="r" b="b"/>
              <a:pathLst>
                <a:path w="24561673" h="8110093">
                  <a:moveTo>
                    <a:pt x="20574" y="367665"/>
                  </a:moveTo>
                  <a:lnTo>
                    <a:pt x="1112774" y="747522"/>
                  </a:lnTo>
                  <a:lnTo>
                    <a:pt x="3144774" y="747522"/>
                  </a:lnTo>
                  <a:lnTo>
                    <a:pt x="4160774" y="456184"/>
                  </a:lnTo>
                  <a:lnTo>
                    <a:pt x="5176774" y="1077087"/>
                  </a:lnTo>
                  <a:lnTo>
                    <a:pt x="6192774" y="1077087"/>
                  </a:lnTo>
                  <a:lnTo>
                    <a:pt x="7157974" y="747649"/>
                  </a:lnTo>
                  <a:lnTo>
                    <a:pt x="8173974" y="544957"/>
                  </a:lnTo>
                  <a:lnTo>
                    <a:pt x="9240774" y="544957"/>
                  </a:lnTo>
                  <a:lnTo>
                    <a:pt x="10256774" y="722376"/>
                  </a:lnTo>
                  <a:lnTo>
                    <a:pt x="11247374" y="506984"/>
                  </a:lnTo>
                  <a:lnTo>
                    <a:pt x="12263374" y="848995"/>
                  </a:lnTo>
                  <a:lnTo>
                    <a:pt x="13304774" y="1368552"/>
                  </a:lnTo>
                  <a:lnTo>
                    <a:pt x="14269974" y="1013714"/>
                  </a:lnTo>
                  <a:lnTo>
                    <a:pt x="15311374" y="1013714"/>
                  </a:lnTo>
                  <a:lnTo>
                    <a:pt x="16352774" y="392811"/>
                  </a:lnTo>
                  <a:lnTo>
                    <a:pt x="17368774" y="747649"/>
                  </a:lnTo>
                  <a:lnTo>
                    <a:pt x="18384774" y="747649"/>
                  </a:lnTo>
                  <a:lnTo>
                    <a:pt x="19400774" y="456311"/>
                  </a:lnTo>
                  <a:lnTo>
                    <a:pt x="21432774" y="456311"/>
                  </a:lnTo>
                  <a:lnTo>
                    <a:pt x="22448774" y="1064514"/>
                  </a:lnTo>
                  <a:lnTo>
                    <a:pt x="23413974" y="848995"/>
                  </a:lnTo>
                  <a:lnTo>
                    <a:pt x="24506174" y="0"/>
                  </a:lnTo>
                  <a:lnTo>
                    <a:pt x="24561673" y="8110093"/>
                  </a:lnTo>
                  <a:lnTo>
                    <a:pt x="0" y="8110093"/>
                  </a:lnTo>
                  <a:close/>
                </a:path>
              </a:pathLst>
            </a:custGeom>
            <a:solidFill>
              <a:srgbClr val="1300F4">
                <a:alpha val="73333"/>
              </a:srgbClr>
            </a:solidFill>
          </p:spPr>
          <p:txBody>
            <a:bodyPr/>
            <a:lstStyle/>
            <a:p>
              <a:endParaRPr lang="en-GB" dirty="0"/>
            </a:p>
          </p:txBody>
        </p:sp>
      </p:grpSp>
      <p:sp>
        <p:nvSpPr>
          <p:cNvPr id="44" name="Freeform 44"/>
          <p:cNvSpPr/>
          <p:nvPr/>
        </p:nvSpPr>
        <p:spPr>
          <a:xfrm>
            <a:off x="-28476" y="8916124"/>
            <a:ext cx="18354700" cy="1209650"/>
          </a:xfrm>
          <a:custGeom>
            <a:avLst/>
            <a:gdLst/>
            <a:ahLst/>
            <a:cxnLst/>
            <a:rect l="l" t="t" r="r" b="b"/>
            <a:pathLst>
              <a:path w="18354700" h="1209650">
                <a:moveTo>
                  <a:pt x="0" y="0"/>
                </a:moveTo>
                <a:lnTo>
                  <a:pt x="18354700" y="0"/>
                </a:lnTo>
                <a:lnTo>
                  <a:pt x="18354700" y="1209650"/>
                </a:lnTo>
                <a:lnTo>
                  <a:pt x="0" y="12096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dirty="0"/>
          </a:p>
        </p:txBody>
      </p:sp>
      <p:sp>
        <p:nvSpPr>
          <p:cNvPr id="45" name="Freeform 45"/>
          <p:cNvSpPr/>
          <p:nvPr/>
        </p:nvSpPr>
        <p:spPr>
          <a:xfrm>
            <a:off x="-85575" y="8887675"/>
            <a:ext cx="18459150" cy="1285574"/>
          </a:xfrm>
          <a:custGeom>
            <a:avLst/>
            <a:gdLst/>
            <a:ahLst/>
            <a:cxnLst/>
            <a:rect l="l" t="t" r="r" b="b"/>
            <a:pathLst>
              <a:path w="18459150" h="1285574">
                <a:moveTo>
                  <a:pt x="0" y="0"/>
                </a:moveTo>
                <a:lnTo>
                  <a:pt x="18459150" y="0"/>
                </a:lnTo>
                <a:lnTo>
                  <a:pt x="18459150" y="1285574"/>
                </a:lnTo>
                <a:lnTo>
                  <a:pt x="0" y="12855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dirty="0"/>
          </a:p>
        </p:txBody>
      </p:sp>
      <p:sp>
        <p:nvSpPr>
          <p:cNvPr id="47" name="Freeform 47"/>
          <p:cNvSpPr/>
          <p:nvPr/>
        </p:nvSpPr>
        <p:spPr>
          <a:xfrm>
            <a:off x="14506575" y="460849"/>
            <a:ext cx="3028950" cy="1705490"/>
          </a:xfrm>
          <a:custGeom>
            <a:avLst/>
            <a:gdLst/>
            <a:ahLst/>
            <a:cxnLst/>
            <a:rect l="l" t="t" r="r" b="b"/>
            <a:pathLst>
              <a:path w="3028950" h="1705490">
                <a:moveTo>
                  <a:pt x="0" y="0"/>
                </a:moveTo>
                <a:lnTo>
                  <a:pt x="3028950" y="0"/>
                </a:lnTo>
                <a:lnTo>
                  <a:pt x="3028950" y="1705490"/>
                </a:lnTo>
                <a:lnTo>
                  <a:pt x="0" y="1705490"/>
                </a:lnTo>
                <a:lnTo>
                  <a:pt x="0" y="0"/>
                </a:lnTo>
                <a:close/>
              </a:path>
            </a:pathLst>
          </a:custGeom>
          <a:blipFill>
            <a:blip r:embed="rId7"/>
            <a:stretch>
              <a:fillRect/>
            </a:stretch>
          </a:blipFill>
        </p:spPr>
        <p:txBody>
          <a:bodyPr/>
          <a:lstStyle/>
          <a:p>
            <a:endParaRPr lang="en-GB" dirty="0"/>
          </a:p>
        </p:txBody>
      </p:sp>
      <p:sp>
        <p:nvSpPr>
          <p:cNvPr id="48" name="TextBox 48"/>
          <p:cNvSpPr txBox="1"/>
          <p:nvPr/>
        </p:nvSpPr>
        <p:spPr>
          <a:xfrm>
            <a:off x="2641725" y="1746800"/>
            <a:ext cx="13004550" cy="3038475"/>
          </a:xfrm>
          <a:prstGeom prst="rect">
            <a:avLst/>
          </a:prstGeom>
        </p:spPr>
        <p:txBody>
          <a:bodyPr lIns="0" tIns="0" rIns="0" bIns="0" rtlCol="0" anchor="t">
            <a:spAutoFit/>
          </a:bodyPr>
          <a:lstStyle/>
          <a:p>
            <a:pPr algn="ctr">
              <a:lnSpc>
                <a:spcPts val="23999"/>
              </a:lnSpc>
            </a:pPr>
            <a:r>
              <a:rPr lang="en-US" sz="19999" b="1" dirty="0">
                <a:solidFill>
                  <a:srgbClr val="0E00B4"/>
                </a:solidFill>
                <a:latin typeface="Oswald Bold"/>
                <a:ea typeface="Oswald Bold"/>
                <a:cs typeface="Oswald Bold"/>
                <a:sym typeface="Oswald Bold"/>
              </a:rPr>
              <a:t>THANKS!</a:t>
            </a:r>
          </a:p>
        </p:txBody>
      </p:sp>
      <p:sp>
        <p:nvSpPr>
          <p:cNvPr id="49" name="TextBox 49"/>
          <p:cNvSpPr txBox="1"/>
          <p:nvPr/>
        </p:nvSpPr>
        <p:spPr>
          <a:xfrm>
            <a:off x="2641725" y="4733398"/>
            <a:ext cx="13004550" cy="2333972"/>
          </a:xfrm>
          <a:prstGeom prst="rect">
            <a:avLst/>
          </a:prstGeom>
        </p:spPr>
        <p:txBody>
          <a:bodyPr lIns="0" tIns="0" rIns="0" bIns="0" rtlCol="0" anchor="t">
            <a:spAutoFit/>
          </a:bodyPr>
          <a:lstStyle/>
          <a:p>
            <a:pPr algn="ctr">
              <a:lnSpc>
                <a:spcPts val="8640"/>
              </a:lnSpc>
            </a:pPr>
            <a:r>
              <a:rPr lang="en-US" sz="7200" b="1" dirty="0">
                <a:solidFill>
                  <a:srgbClr val="C00000"/>
                </a:solidFill>
                <a:latin typeface="Source Sans Pro Bold"/>
                <a:ea typeface="Source Sans Pro Bold"/>
                <a:cs typeface="Source Sans Pro Bold"/>
                <a:sym typeface="Source Sans Pro Bold"/>
              </a:rPr>
              <a:t>Any questions?</a:t>
            </a:r>
          </a:p>
          <a:p>
            <a:pPr algn="ctr">
              <a:lnSpc>
                <a:spcPts val="4800"/>
              </a:lnSpc>
            </a:pPr>
            <a:endParaRPr lang="en-US" sz="4000" dirty="0">
              <a:solidFill>
                <a:srgbClr val="28324A"/>
              </a:solidFill>
              <a:latin typeface="Source Sans Pro"/>
              <a:ea typeface="Source Sans Pro"/>
              <a:cs typeface="Source Sans Pro"/>
              <a:sym typeface="Source Sans Pro"/>
            </a:endParaRPr>
          </a:p>
          <a:p>
            <a:pPr algn="ctr">
              <a:lnSpc>
                <a:spcPts val="4800"/>
              </a:lnSpc>
            </a:pPr>
            <a:endParaRPr lang="en-US" sz="4000" dirty="0">
              <a:solidFill>
                <a:srgbClr val="28324A"/>
              </a:solidFill>
              <a:latin typeface="Source Sans Pro"/>
              <a:ea typeface="Source Sans Pro"/>
              <a:cs typeface="Source Sans Pro"/>
              <a:sym typeface="Source Sans Pro"/>
            </a:endParaRPr>
          </a:p>
        </p:txBody>
      </p:sp>
      <p:sp>
        <p:nvSpPr>
          <p:cNvPr id="51" name="Slide Number Placeholder 50">
            <a:extLst>
              <a:ext uri="{FF2B5EF4-FFF2-40B4-BE49-F238E27FC236}">
                <a16:creationId xmlns:a16="http://schemas.microsoft.com/office/drawing/2014/main" id="{7E8CA7BC-95B6-ADBA-C79A-85AE555700B7}"/>
              </a:ext>
            </a:extLst>
          </p:cNvPr>
          <p:cNvSpPr>
            <a:spLocks noGrp="1"/>
          </p:cNvSpPr>
          <p:nvPr>
            <p:ph type="sldNum" sz="quarter" idx="12"/>
          </p:nvPr>
        </p:nvSpPr>
        <p:spPr/>
        <p:txBody>
          <a:bodyPr/>
          <a:lstStyle/>
          <a:p>
            <a:fld id="{423330D0-7765-4A3C-A4FF-DA7B71076211}" type="slidenum">
              <a:rPr lang="en-US" smtClean="0"/>
              <a:t>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2694</TotalTime>
  <Words>406</Words>
  <Application>Microsoft Office PowerPoint</Application>
  <PresentationFormat>Custom</PresentationFormat>
  <Paragraphs>114</Paragraphs>
  <Slides>17</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Source Sans Pro Bold</vt:lpstr>
      <vt:lpstr>Calibri</vt:lpstr>
      <vt:lpstr>Oswald Bold</vt:lpstr>
      <vt:lpstr>Oswald</vt:lpstr>
      <vt:lpstr>Arimo Bold</vt:lpstr>
      <vt:lpstr>Arial Bold</vt:lpstr>
      <vt:lpstr>Wingdings</vt:lpstr>
      <vt:lpstr>Source Sans Pro</vt:lpstr>
      <vt:lpstr>Calibri Light</vt:lpstr>
      <vt:lpstr>Calibri (Body)</vt:lpstr>
      <vt:lpstr>Arial</vt:lpstr>
      <vt:lpstr>Office Theme</vt:lpstr>
      <vt:lpstr>PowerPoint Presentation</vt:lpstr>
      <vt:lpstr>PowerPoint Presentation</vt:lpstr>
      <vt:lpstr>PowerPoint Presentation</vt:lpstr>
      <vt:lpstr>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Quince · SlidesCarnival.pptx</dc:title>
  <dc:creator>damika samaranayaka</dc:creator>
  <cp:lastModifiedBy>K.H.S. Dinsara</cp:lastModifiedBy>
  <cp:revision>16</cp:revision>
  <dcterms:created xsi:type="dcterms:W3CDTF">2006-08-16T00:00:00Z</dcterms:created>
  <dcterms:modified xsi:type="dcterms:W3CDTF">2024-10-10T15:56:48Z</dcterms:modified>
  <dc:identifier>DAGR3rFm8c4</dc:identifier>
</cp:coreProperties>
</file>